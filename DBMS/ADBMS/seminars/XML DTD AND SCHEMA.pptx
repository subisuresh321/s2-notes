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89CA60-C352-4F5D-87F8-DCE5F93AA782}" v="9" dt="2025-05-08T13:47:39.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ardh Jasper" userId="251d33b359d62d9c" providerId="LiveId" clId="{B289CA60-C352-4F5D-87F8-DCE5F93AA782}"/>
    <pc:docChg chg="undo custSel addSld delSld modSld sldOrd">
      <pc:chgData name="Jerardh Jasper" userId="251d33b359d62d9c" providerId="LiveId" clId="{B289CA60-C352-4F5D-87F8-DCE5F93AA782}" dt="2025-05-08T13:54:49.190" v="752" actId="20577"/>
      <pc:docMkLst>
        <pc:docMk/>
      </pc:docMkLst>
      <pc:sldChg chg="delSp mod">
        <pc:chgData name="Jerardh Jasper" userId="251d33b359d62d9c" providerId="LiveId" clId="{B289CA60-C352-4F5D-87F8-DCE5F93AA782}" dt="2025-05-07T16:19:34.950" v="336" actId="478"/>
        <pc:sldMkLst>
          <pc:docMk/>
          <pc:sldMk cId="2498229169" sldId="256"/>
        </pc:sldMkLst>
        <pc:spChg chg="del">
          <ac:chgData name="Jerardh Jasper" userId="251d33b359d62d9c" providerId="LiveId" clId="{B289CA60-C352-4F5D-87F8-DCE5F93AA782}" dt="2025-05-07T16:19:34.950" v="336" actId="478"/>
          <ac:spMkLst>
            <pc:docMk/>
            <pc:sldMk cId="2498229169" sldId="256"/>
            <ac:spMk id="3" creationId="{E8212601-D18B-12D9-11E3-4B361B54FA7B}"/>
          </ac:spMkLst>
        </pc:spChg>
      </pc:sldChg>
      <pc:sldChg chg="modSp new mod">
        <pc:chgData name="Jerardh Jasper" userId="251d33b359d62d9c" providerId="LiveId" clId="{B289CA60-C352-4F5D-87F8-DCE5F93AA782}" dt="2025-05-07T14:00:36.795" v="47" actId="20577"/>
        <pc:sldMkLst>
          <pc:docMk/>
          <pc:sldMk cId="4004373481" sldId="259"/>
        </pc:sldMkLst>
        <pc:spChg chg="mod">
          <ac:chgData name="Jerardh Jasper" userId="251d33b359d62d9c" providerId="LiveId" clId="{B289CA60-C352-4F5D-87F8-DCE5F93AA782}" dt="2025-05-07T13:58:52.435" v="12" actId="20577"/>
          <ac:spMkLst>
            <pc:docMk/>
            <pc:sldMk cId="4004373481" sldId="259"/>
            <ac:spMk id="2" creationId="{C6FD8A16-BD06-D50D-DCA8-BC0E1B3C2DC1}"/>
          </ac:spMkLst>
        </pc:spChg>
        <pc:spChg chg="mod">
          <ac:chgData name="Jerardh Jasper" userId="251d33b359d62d9c" providerId="LiveId" clId="{B289CA60-C352-4F5D-87F8-DCE5F93AA782}" dt="2025-05-07T14:00:36.795" v="47" actId="20577"/>
          <ac:spMkLst>
            <pc:docMk/>
            <pc:sldMk cId="4004373481" sldId="259"/>
            <ac:spMk id="3" creationId="{ACB56553-9202-1E04-8C91-4856A248367A}"/>
          </ac:spMkLst>
        </pc:spChg>
      </pc:sldChg>
      <pc:sldChg chg="modSp new mod">
        <pc:chgData name="Jerardh Jasper" userId="251d33b359d62d9c" providerId="LiveId" clId="{B289CA60-C352-4F5D-87F8-DCE5F93AA782}" dt="2025-05-07T14:11:56.500" v="112" actId="20577"/>
        <pc:sldMkLst>
          <pc:docMk/>
          <pc:sldMk cId="678505870" sldId="260"/>
        </pc:sldMkLst>
        <pc:spChg chg="mod">
          <ac:chgData name="Jerardh Jasper" userId="251d33b359d62d9c" providerId="LiveId" clId="{B289CA60-C352-4F5D-87F8-DCE5F93AA782}" dt="2025-05-07T14:07:03.611" v="81" actId="20577"/>
          <ac:spMkLst>
            <pc:docMk/>
            <pc:sldMk cId="678505870" sldId="260"/>
            <ac:spMk id="2" creationId="{281A3B06-5530-C128-298B-DC319D323CEF}"/>
          </ac:spMkLst>
        </pc:spChg>
        <pc:spChg chg="mod">
          <ac:chgData name="Jerardh Jasper" userId="251d33b359d62d9c" providerId="LiveId" clId="{B289CA60-C352-4F5D-87F8-DCE5F93AA782}" dt="2025-05-07T14:11:56.500" v="112" actId="20577"/>
          <ac:spMkLst>
            <pc:docMk/>
            <pc:sldMk cId="678505870" sldId="260"/>
            <ac:spMk id="3" creationId="{99BAAC37-68B2-0581-D713-E87D14C15D83}"/>
          </ac:spMkLst>
        </pc:spChg>
      </pc:sldChg>
      <pc:sldChg chg="modSp new mod">
        <pc:chgData name="Jerardh Jasper" userId="251d33b359d62d9c" providerId="LiveId" clId="{B289CA60-C352-4F5D-87F8-DCE5F93AA782}" dt="2025-05-07T14:24:09.633" v="157" actId="20577"/>
        <pc:sldMkLst>
          <pc:docMk/>
          <pc:sldMk cId="2802738218" sldId="261"/>
        </pc:sldMkLst>
        <pc:spChg chg="mod">
          <ac:chgData name="Jerardh Jasper" userId="251d33b359d62d9c" providerId="LiveId" clId="{B289CA60-C352-4F5D-87F8-DCE5F93AA782}" dt="2025-05-07T14:17:19.050" v="137" actId="20577"/>
          <ac:spMkLst>
            <pc:docMk/>
            <pc:sldMk cId="2802738218" sldId="261"/>
            <ac:spMk id="2" creationId="{657E3BF3-4E64-99A6-DEE9-9C76B05938F1}"/>
          </ac:spMkLst>
        </pc:spChg>
        <pc:spChg chg="mod">
          <ac:chgData name="Jerardh Jasper" userId="251d33b359d62d9c" providerId="LiveId" clId="{B289CA60-C352-4F5D-87F8-DCE5F93AA782}" dt="2025-05-07T14:24:09.633" v="157" actId="20577"/>
          <ac:spMkLst>
            <pc:docMk/>
            <pc:sldMk cId="2802738218" sldId="261"/>
            <ac:spMk id="3" creationId="{EBE5FB62-D896-C8E9-AD7C-097F58F90BAC}"/>
          </ac:spMkLst>
        </pc:spChg>
      </pc:sldChg>
      <pc:sldChg chg="addSp delSp modSp new mod">
        <pc:chgData name="Jerardh Jasper" userId="251d33b359d62d9c" providerId="LiveId" clId="{B289CA60-C352-4F5D-87F8-DCE5F93AA782}" dt="2025-05-07T14:24:47.154" v="167" actId="20577"/>
        <pc:sldMkLst>
          <pc:docMk/>
          <pc:sldMk cId="118400301" sldId="262"/>
        </pc:sldMkLst>
        <pc:spChg chg="mod">
          <ac:chgData name="Jerardh Jasper" userId="251d33b359d62d9c" providerId="LiveId" clId="{B289CA60-C352-4F5D-87F8-DCE5F93AA782}" dt="2025-05-07T14:24:47.154" v="167" actId="20577"/>
          <ac:spMkLst>
            <pc:docMk/>
            <pc:sldMk cId="118400301" sldId="262"/>
            <ac:spMk id="2" creationId="{6F98368F-653F-EB6E-926E-959FA7AAD9C1}"/>
          </ac:spMkLst>
        </pc:spChg>
        <pc:spChg chg="del">
          <ac:chgData name="Jerardh Jasper" userId="251d33b359d62d9c" providerId="LiveId" clId="{B289CA60-C352-4F5D-87F8-DCE5F93AA782}" dt="2025-05-07T14:24:41.584" v="159" actId="931"/>
          <ac:spMkLst>
            <pc:docMk/>
            <pc:sldMk cId="118400301" sldId="262"/>
            <ac:spMk id="3" creationId="{536B636F-0E7C-C14D-4732-7AAA9205D4BE}"/>
          </ac:spMkLst>
        </pc:spChg>
        <pc:picChg chg="add mod">
          <ac:chgData name="Jerardh Jasper" userId="251d33b359d62d9c" providerId="LiveId" clId="{B289CA60-C352-4F5D-87F8-DCE5F93AA782}" dt="2025-05-07T14:24:44.206" v="162" actId="14100"/>
          <ac:picMkLst>
            <pc:docMk/>
            <pc:sldMk cId="118400301" sldId="262"/>
            <ac:picMk id="5" creationId="{BBFA3E15-EE07-3218-B792-341479F8E554}"/>
          </ac:picMkLst>
        </pc:picChg>
      </pc:sldChg>
      <pc:sldChg chg="addSp delSp modSp new mod">
        <pc:chgData name="Jerardh Jasper" userId="251d33b359d62d9c" providerId="LiveId" clId="{B289CA60-C352-4F5D-87F8-DCE5F93AA782}" dt="2025-05-07T15:42:39.501" v="238" actId="20577"/>
        <pc:sldMkLst>
          <pc:docMk/>
          <pc:sldMk cId="2635987020" sldId="263"/>
        </pc:sldMkLst>
        <pc:spChg chg="mod">
          <ac:chgData name="Jerardh Jasper" userId="251d33b359d62d9c" providerId="LiveId" clId="{B289CA60-C352-4F5D-87F8-DCE5F93AA782}" dt="2025-05-07T15:42:18.469" v="235" actId="20577"/>
          <ac:spMkLst>
            <pc:docMk/>
            <pc:sldMk cId="2635987020" sldId="263"/>
            <ac:spMk id="2" creationId="{31345920-499A-2862-846E-08E92EDE567A}"/>
          </ac:spMkLst>
        </pc:spChg>
        <pc:spChg chg="mod">
          <ac:chgData name="Jerardh Jasper" userId="251d33b359d62d9c" providerId="LiveId" clId="{B289CA60-C352-4F5D-87F8-DCE5F93AA782}" dt="2025-05-07T15:42:39.501" v="238" actId="20577"/>
          <ac:spMkLst>
            <pc:docMk/>
            <pc:sldMk cId="2635987020" sldId="263"/>
            <ac:spMk id="3" creationId="{80CB088B-B798-3479-3561-BC0B1122392E}"/>
          </ac:spMkLst>
        </pc:spChg>
        <pc:picChg chg="add del mod">
          <ac:chgData name="Jerardh Jasper" userId="251d33b359d62d9c" providerId="LiveId" clId="{B289CA60-C352-4F5D-87F8-DCE5F93AA782}" dt="2025-05-07T15:41:40.934" v="188" actId="478"/>
          <ac:picMkLst>
            <pc:docMk/>
            <pc:sldMk cId="2635987020" sldId="263"/>
            <ac:picMk id="5" creationId="{236C5154-3A2B-9513-4A2E-1712DC3ECA69}"/>
          </ac:picMkLst>
        </pc:picChg>
        <pc:picChg chg="add mod">
          <ac:chgData name="Jerardh Jasper" userId="251d33b359d62d9c" providerId="LiveId" clId="{B289CA60-C352-4F5D-87F8-DCE5F93AA782}" dt="2025-05-07T15:42:32.693" v="237" actId="14100"/>
          <ac:picMkLst>
            <pc:docMk/>
            <pc:sldMk cId="2635987020" sldId="263"/>
            <ac:picMk id="7" creationId="{78527E01-F12B-C05B-97E4-08F1658B8FCE}"/>
          </ac:picMkLst>
        </pc:picChg>
      </pc:sldChg>
      <pc:sldChg chg="delSp modSp add mod">
        <pc:chgData name="Jerardh Jasper" userId="251d33b359d62d9c" providerId="LiveId" clId="{B289CA60-C352-4F5D-87F8-DCE5F93AA782}" dt="2025-05-07T15:48:26.910" v="260" actId="20577"/>
        <pc:sldMkLst>
          <pc:docMk/>
          <pc:sldMk cId="2413142334" sldId="264"/>
        </pc:sldMkLst>
        <pc:spChg chg="mod">
          <ac:chgData name="Jerardh Jasper" userId="251d33b359d62d9c" providerId="LiveId" clId="{B289CA60-C352-4F5D-87F8-DCE5F93AA782}" dt="2025-05-07T15:48:26.910" v="260" actId="20577"/>
          <ac:spMkLst>
            <pc:docMk/>
            <pc:sldMk cId="2413142334" sldId="264"/>
            <ac:spMk id="3" creationId="{7F735B68-8686-1FCA-7060-16D355CC0B17}"/>
          </ac:spMkLst>
        </pc:spChg>
        <pc:picChg chg="del">
          <ac:chgData name="Jerardh Jasper" userId="251d33b359d62d9c" providerId="LiveId" clId="{B289CA60-C352-4F5D-87F8-DCE5F93AA782}" dt="2025-05-07T15:46:16.888" v="241" actId="478"/>
          <ac:picMkLst>
            <pc:docMk/>
            <pc:sldMk cId="2413142334" sldId="264"/>
            <ac:picMk id="7" creationId="{551A74C1-C3F2-6A4B-01E2-39FD9AE9242F}"/>
          </ac:picMkLst>
        </pc:picChg>
      </pc:sldChg>
      <pc:sldChg chg="addSp delSp modSp add mod">
        <pc:chgData name="Jerardh Jasper" userId="251d33b359d62d9c" providerId="LiveId" clId="{B289CA60-C352-4F5D-87F8-DCE5F93AA782}" dt="2025-05-07T15:53:13.796" v="271" actId="208"/>
        <pc:sldMkLst>
          <pc:docMk/>
          <pc:sldMk cId="4169780704" sldId="265"/>
        </pc:sldMkLst>
        <pc:spChg chg="mod">
          <ac:chgData name="Jerardh Jasper" userId="251d33b359d62d9c" providerId="LiveId" clId="{B289CA60-C352-4F5D-87F8-DCE5F93AA782}" dt="2025-05-07T15:50:14.172" v="267" actId="1076"/>
          <ac:spMkLst>
            <pc:docMk/>
            <pc:sldMk cId="4169780704" sldId="265"/>
            <ac:spMk id="2" creationId="{13A8154E-8CF1-C5A8-BD88-7F6DEDD2A387}"/>
          </ac:spMkLst>
        </pc:spChg>
        <pc:spChg chg="del mod">
          <ac:chgData name="Jerardh Jasper" userId="251d33b359d62d9c" providerId="LiveId" clId="{B289CA60-C352-4F5D-87F8-DCE5F93AA782}" dt="2025-05-07T15:50:00.324" v="263" actId="22"/>
          <ac:spMkLst>
            <pc:docMk/>
            <pc:sldMk cId="4169780704" sldId="265"/>
            <ac:spMk id="3" creationId="{6C97F126-2503-919C-5661-565CD535C693}"/>
          </ac:spMkLst>
        </pc:spChg>
        <pc:spChg chg="add mod">
          <ac:chgData name="Jerardh Jasper" userId="251d33b359d62d9c" providerId="LiveId" clId="{B289CA60-C352-4F5D-87F8-DCE5F93AA782}" dt="2025-05-07T15:53:13.796" v="271" actId="208"/>
          <ac:spMkLst>
            <pc:docMk/>
            <pc:sldMk cId="4169780704" sldId="265"/>
            <ac:spMk id="6" creationId="{B1B53AC2-CB42-97C8-679B-328172C4955D}"/>
          </ac:spMkLst>
        </pc:spChg>
        <pc:picChg chg="add mod ord">
          <ac:chgData name="Jerardh Jasper" userId="251d33b359d62d9c" providerId="LiveId" clId="{B289CA60-C352-4F5D-87F8-DCE5F93AA782}" dt="2025-05-07T15:50:17.842" v="268" actId="14100"/>
          <ac:picMkLst>
            <pc:docMk/>
            <pc:sldMk cId="4169780704" sldId="265"/>
            <ac:picMk id="5" creationId="{DB34749C-899C-9DBD-4930-A7E4AEE0AC7A}"/>
          </ac:picMkLst>
        </pc:picChg>
      </pc:sldChg>
      <pc:sldChg chg="modSp new mod">
        <pc:chgData name="Jerardh Jasper" userId="251d33b359d62d9c" providerId="LiveId" clId="{B289CA60-C352-4F5D-87F8-DCE5F93AA782}" dt="2025-05-07T16:08:56.885" v="320" actId="20577"/>
        <pc:sldMkLst>
          <pc:docMk/>
          <pc:sldMk cId="2274804611" sldId="266"/>
        </pc:sldMkLst>
        <pc:spChg chg="mod">
          <ac:chgData name="Jerardh Jasper" userId="251d33b359d62d9c" providerId="LiveId" clId="{B289CA60-C352-4F5D-87F8-DCE5F93AA782}" dt="2025-05-07T16:07:53.050" v="285" actId="20577"/>
          <ac:spMkLst>
            <pc:docMk/>
            <pc:sldMk cId="2274804611" sldId="266"/>
            <ac:spMk id="2" creationId="{AB4FE760-39A9-E493-3B1C-7399E2C6C42E}"/>
          </ac:spMkLst>
        </pc:spChg>
        <pc:spChg chg="mod">
          <ac:chgData name="Jerardh Jasper" userId="251d33b359d62d9c" providerId="LiveId" clId="{B289CA60-C352-4F5D-87F8-DCE5F93AA782}" dt="2025-05-07T16:08:56.885" v="320" actId="20577"/>
          <ac:spMkLst>
            <pc:docMk/>
            <pc:sldMk cId="2274804611" sldId="266"/>
            <ac:spMk id="3" creationId="{0D27B99A-244D-8436-7F19-CDD97A009A7E}"/>
          </ac:spMkLst>
        </pc:spChg>
      </pc:sldChg>
      <pc:sldChg chg="modSp add mod">
        <pc:chgData name="Jerardh Jasper" userId="251d33b359d62d9c" providerId="LiveId" clId="{B289CA60-C352-4F5D-87F8-DCE5F93AA782}" dt="2025-05-07T16:19:18.690" v="335" actId="20577"/>
        <pc:sldMkLst>
          <pc:docMk/>
          <pc:sldMk cId="1329976480" sldId="267"/>
        </pc:sldMkLst>
        <pc:spChg chg="mod">
          <ac:chgData name="Jerardh Jasper" userId="251d33b359d62d9c" providerId="LiveId" clId="{B289CA60-C352-4F5D-87F8-DCE5F93AA782}" dt="2025-05-07T16:19:18.690" v="335" actId="20577"/>
          <ac:spMkLst>
            <pc:docMk/>
            <pc:sldMk cId="1329976480" sldId="267"/>
            <ac:spMk id="3" creationId="{A0B2BB64-B5F8-2D8B-0655-16B7D0A3C8B9}"/>
          </ac:spMkLst>
        </pc:spChg>
      </pc:sldChg>
      <pc:sldChg chg="modSp new mod">
        <pc:chgData name="Jerardh Jasper" userId="251d33b359d62d9c" providerId="LiveId" clId="{B289CA60-C352-4F5D-87F8-DCE5F93AA782}" dt="2025-05-08T13:17:05.219" v="450" actId="20577"/>
        <pc:sldMkLst>
          <pc:docMk/>
          <pc:sldMk cId="3898492969" sldId="268"/>
        </pc:sldMkLst>
        <pc:spChg chg="mod">
          <ac:chgData name="Jerardh Jasper" userId="251d33b359d62d9c" providerId="LiveId" clId="{B289CA60-C352-4F5D-87F8-DCE5F93AA782}" dt="2025-05-07T16:20:15.995" v="349" actId="20577"/>
          <ac:spMkLst>
            <pc:docMk/>
            <pc:sldMk cId="3898492969" sldId="268"/>
            <ac:spMk id="2" creationId="{9238199C-393F-7C91-F3B6-DE2581BF9509}"/>
          </ac:spMkLst>
        </pc:spChg>
        <pc:spChg chg="mod">
          <ac:chgData name="Jerardh Jasper" userId="251d33b359d62d9c" providerId="LiveId" clId="{B289CA60-C352-4F5D-87F8-DCE5F93AA782}" dt="2025-05-08T13:17:05.219" v="450" actId="20577"/>
          <ac:spMkLst>
            <pc:docMk/>
            <pc:sldMk cId="3898492969" sldId="268"/>
            <ac:spMk id="3" creationId="{EC307745-F518-D673-898A-D23DD1635A44}"/>
          </ac:spMkLst>
        </pc:spChg>
      </pc:sldChg>
      <pc:sldChg chg="addSp modSp add mod">
        <pc:chgData name="Jerardh Jasper" userId="251d33b359d62d9c" providerId="LiveId" clId="{B289CA60-C352-4F5D-87F8-DCE5F93AA782}" dt="2025-05-07T16:38:52.305" v="380" actId="1076"/>
        <pc:sldMkLst>
          <pc:docMk/>
          <pc:sldMk cId="893674988" sldId="269"/>
        </pc:sldMkLst>
        <pc:spChg chg="mod">
          <ac:chgData name="Jerardh Jasper" userId="251d33b359d62d9c" providerId="LiveId" clId="{B289CA60-C352-4F5D-87F8-DCE5F93AA782}" dt="2025-05-07T16:38:31.605" v="377" actId="20577"/>
          <ac:spMkLst>
            <pc:docMk/>
            <pc:sldMk cId="893674988" sldId="269"/>
            <ac:spMk id="3" creationId="{F6F5A6CE-EA75-66B8-2BD9-F5AE529C0EB6}"/>
          </ac:spMkLst>
        </pc:spChg>
        <pc:picChg chg="add mod">
          <ac:chgData name="Jerardh Jasper" userId="251d33b359d62d9c" providerId="LiveId" clId="{B289CA60-C352-4F5D-87F8-DCE5F93AA782}" dt="2025-05-07T16:38:52.305" v="380" actId="1076"/>
          <ac:picMkLst>
            <pc:docMk/>
            <pc:sldMk cId="893674988" sldId="269"/>
            <ac:picMk id="5" creationId="{8D8D4A16-F179-F299-BE71-789BFD065C10}"/>
          </ac:picMkLst>
        </pc:picChg>
      </pc:sldChg>
      <pc:sldChg chg="addSp delSp modSp add mod">
        <pc:chgData name="Jerardh Jasper" userId="251d33b359d62d9c" providerId="LiveId" clId="{B289CA60-C352-4F5D-87F8-DCE5F93AA782}" dt="2025-05-07T16:43:18.793" v="401" actId="208"/>
        <pc:sldMkLst>
          <pc:docMk/>
          <pc:sldMk cId="3961866786" sldId="270"/>
        </pc:sldMkLst>
        <pc:spChg chg="del mod">
          <ac:chgData name="Jerardh Jasper" userId="251d33b359d62d9c" providerId="LiveId" clId="{B289CA60-C352-4F5D-87F8-DCE5F93AA782}" dt="2025-05-07T16:40:25.481" v="396" actId="478"/>
          <ac:spMkLst>
            <pc:docMk/>
            <pc:sldMk cId="3961866786" sldId="270"/>
            <ac:spMk id="2" creationId="{3588F59E-9222-F7DB-B55B-E497BCDDDC7F}"/>
          </ac:spMkLst>
        </pc:spChg>
        <pc:spChg chg="del mod">
          <ac:chgData name="Jerardh Jasper" userId="251d33b359d62d9c" providerId="LiveId" clId="{B289CA60-C352-4F5D-87F8-DCE5F93AA782}" dt="2025-05-07T16:39:29.222" v="384" actId="931"/>
          <ac:spMkLst>
            <pc:docMk/>
            <pc:sldMk cId="3961866786" sldId="270"/>
            <ac:spMk id="3" creationId="{6FE6A6A9-A93C-FF4A-7F20-A112C64989DD}"/>
          </ac:spMkLst>
        </pc:spChg>
        <pc:spChg chg="add del mod">
          <ac:chgData name="Jerardh Jasper" userId="251d33b359d62d9c" providerId="LiveId" clId="{B289CA60-C352-4F5D-87F8-DCE5F93AA782}" dt="2025-05-07T16:39:54.114" v="393" actId="478"/>
          <ac:spMkLst>
            <pc:docMk/>
            <pc:sldMk cId="3961866786" sldId="270"/>
            <ac:spMk id="8" creationId="{EB8DF0BD-1217-5FEB-97CC-D93C4D5001A7}"/>
          </ac:spMkLst>
        </pc:spChg>
        <pc:spChg chg="add mod">
          <ac:chgData name="Jerardh Jasper" userId="251d33b359d62d9c" providerId="LiveId" clId="{B289CA60-C352-4F5D-87F8-DCE5F93AA782}" dt="2025-05-07T16:43:18.793" v="401" actId="208"/>
          <ac:spMkLst>
            <pc:docMk/>
            <pc:sldMk cId="3961866786" sldId="270"/>
            <ac:spMk id="9" creationId="{DD5439AE-05D2-0F23-D5D5-F87D4D2586A6}"/>
          </ac:spMkLst>
        </pc:spChg>
        <pc:picChg chg="del">
          <ac:chgData name="Jerardh Jasper" userId="251d33b359d62d9c" providerId="LiveId" clId="{B289CA60-C352-4F5D-87F8-DCE5F93AA782}" dt="2025-05-07T16:39:04.474" v="383" actId="478"/>
          <ac:picMkLst>
            <pc:docMk/>
            <pc:sldMk cId="3961866786" sldId="270"/>
            <ac:picMk id="5" creationId="{4C0CD6ED-5C62-48BA-66C7-A7B2081FB5F8}"/>
          </ac:picMkLst>
        </pc:picChg>
        <pc:picChg chg="add del mod">
          <ac:chgData name="Jerardh Jasper" userId="251d33b359d62d9c" providerId="LiveId" clId="{B289CA60-C352-4F5D-87F8-DCE5F93AA782}" dt="2025-05-07T16:40:33.934" v="398" actId="14100"/>
          <ac:picMkLst>
            <pc:docMk/>
            <pc:sldMk cId="3961866786" sldId="270"/>
            <ac:picMk id="6" creationId="{B7C415A4-F296-C343-8090-BF6C0D642B3E}"/>
          </ac:picMkLst>
        </pc:picChg>
      </pc:sldChg>
      <pc:sldChg chg="modSp new mod">
        <pc:chgData name="Jerardh Jasper" userId="251d33b359d62d9c" providerId="LiveId" clId="{B289CA60-C352-4F5D-87F8-DCE5F93AA782}" dt="2025-05-07T16:44:26.092" v="419" actId="20577"/>
        <pc:sldMkLst>
          <pc:docMk/>
          <pc:sldMk cId="257514249" sldId="271"/>
        </pc:sldMkLst>
        <pc:spChg chg="mod">
          <ac:chgData name="Jerardh Jasper" userId="251d33b359d62d9c" providerId="LiveId" clId="{B289CA60-C352-4F5D-87F8-DCE5F93AA782}" dt="2025-05-07T16:44:18.873" v="412" actId="20577"/>
          <ac:spMkLst>
            <pc:docMk/>
            <pc:sldMk cId="257514249" sldId="271"/>
            <ac:spMk id="2" creationId="{DF0CE265-DB11-D5C3-523F-45E945A8EECA}"/>
          </ac:spMkLst>
        </pc:spChg>
        <pc:spChg chg="mod">
          <ac:chgData name="Jerardh Jasper" userId="251d33b359d62d9c" providerId="LiveId" clId="{B289CA60-C352-4F5D-87F8-DCE5F93AA782}" dt="2025-05-07T16:44:26.092" v="419" actId="20577"/>
          <ac:spMkLst>
            <pc:docMk/>
            <pc:sldMk cId="257514249" sldId="271"/>
            <ac:spMk id="3" creationId="{8B1B8F86-53CF-93B4-73F4-EAD597AF151F}"/>
          </ac:spMkLst>
        </pc:spChg>
      </pc:sldChg>
      <pc:sldChg chg="addSp delSp modSp add mod">
        <pc:chgData name="Jerardh Jasper" userId="251d33b359d62d9c" providerId="LiveId" clId="{B289CA60-C352-4F5D-87F8-DCE5F93AA782}" dt="2025-05-07T16:46:36.256" v="428" actId="14100"/>
        <pc:sldMkLst>
          <pc:docMk/>
          <pc:sldMk cId="3187642029" sldId="272"/>
        </pc:sldMkLst>
        <pc:spChg chg="del">
          <ac:chgData name="Jerardh Jasper" userId="251d33b359d62d9c" providerId="LiveId" clId="{B289CA60-C352-4F5D-87F8-DCE5F93AA782}" dt="2025-05-07T16:46:23.161" v="424" actId="478"/>
          <ac:spMkLst>
            <pc:docMk/>
            <pc:sldMk cId="3187642029" sldId="272"/>
            <ac:spMk id="2" creationId="{39C15128-CF85-0496-27BD-288902BCC568}"/>
          </ac:spMkLst>
        </pc:spChg>
        <pc:spChg chg="del mod">
          <ac:chgData name="Jerardh Jasper" userId="251d33b359d62d9c" providerId="LiveId" clId="{B289CA60-C352-4F5D-87F8-DCE5F93AA782}" dt="2025-05-07T16:46:17.360" v="422" actId="22"/>
          <ac:spMkLst>
            <pc:docMk/>
            <pc:sldMk cId="3187642029" sldId="272"/>
            <ac:spMk id="3" creationId="{CCF9E719-2F2E-ED0B-A63B-C0999398ECA0}"/>
          </ac:spMkLst>
        </pc:spChg>
        <pc:spChg chg="add del mod">
          <ac:chgData name="Jerardh Jasper" userId="251d33b359d62d9c" providerId="LiveId" clId="{B289CA60-C352-4F5D-87F8-DCE5F93AA782}" dt="2025-05-07T16:46:26.002" v="425" actId="478"/>
          <ac:spMkLst>
            <pc:docMk/>
            <pc:sldMk cId="3187642029" sldId="272"/>
            <ac:spMk id="7" creationId="{068BCFB9-4755-FF89-9983-746DA1C67B8A}"/>
          </ac:spMkLst>
        </pc:spChg>
        <pc:picChg chg="add mod ord">
          <ac:chgData name="Jerardh Jasper" userId="251d33b359d62d9c" providerId="LiveId" clId="{B289CA60-C352-4F5D-87F8-DCE5F93AA782}" dt="2025-05-07T16:46:36.256" v="428" actId="14100"/>
          <ac:picMkLst>
            <pc:docMk/>
            <pc:sldMk cId="3187642029" sldId="272"/>
            <ac:picMk id="5" creationId="{EB92B731-9678-2968-936F-50E3E276C335}"/>
          </ac:picMkLst>
        </pc:picChg>
      </pc:sldChg>
      <pc:sldChg chg="addSp delSp modSp add del mod">
        <pc:chgData name="Jerardh Jasper" userId="251d33b359d62d9c" providerId="LiveId" clId="{B289CA60-C352-4F5D-87F8-DCE5F93AA782}" dt="2025-05-07T16:47:16.021" v="431" actId="2696"/>
        <pc:sldMkLst>
          <pc:docMk/>
          <pc:sldMk cId="517507634" sldId="273"/>
        </pc:sldMkLst>
        <pc:spChg chg="add mod">
          <ac:chgData name="Jerardh Jasper" userId="251d33b359d62d9c" providerId="LiveId" clId="{B289CA60-C352-4F5D-87F8-DCE5F93AA782}" dt="2025-05-07T16:47:12.771" v="430" actId="478"/>
          <ac:spMkLst>
            <pc:docMk/>
            <pc:sldMk cId="517507634" sldId="273"/>
            <ac:spMk id="3" creationId="{C417EDD2-C184-3B7D-48AE-26B5F7665556}"/>
          </ac:spMkLst>
        </pc:spChg>
        <pc:picChg chg="del">
          <ac:chgData name="Jerardh Jasper" userId="251d33b359d62d9c" providerId="LiveId" clId="{B289CA60-C352-4F5D-87F8-DCE5F93AA782}" dt="2025-05-07T16:47:12.771" v="430" actId="478"/>
          <ac:picMkLst>
            <pc:docMk/>
            <pc:sldMk cId="517507634" sldId="273"/>
            <ac:picMk id="5" creationId="{3F527934-BD79-E6ED-EF45-E43574E59E36}"/>
          </ac:picMkLst>
        </pc:picChg>
      </pc:sldChg>
      <pc:sldChg chg="addSp modSp add mod ord">
        <pc:chgData name="Jerardh Jasper" userId="251d33b359d62d9c" providerId="LiveId" clId="{B289CA60-C352-4F5D-87F8-DCE5F93AA782}" dt="2025-05-08T13:35:33.070" v="479"/>
        <pc:sldMkLst>
          <pc:docMk/>
          <pc:sldMk cId="1724035697" sldId="273"/>
        </pc:sldMkLst>
        <pc:spChg chg="mod">
          <ac:chgData name="Jerardh Jasper" userId="251d33b359d62d9c" providerId="LiveId" clId="{B289CA60-C352-4F5D-87F8-DCE5F93AA782}" dt="2025-05-08T13:31:55.136" v="472" actId="1076"/>
          <ac:spMkLst>
            <pc:docMk/>
            <pc:sldMk cId="1724035697" sldId="273"/>
            <ac:spMk id="3" creationId="{6BE0A76D-E60A-14D4-10B5-154666890F32}"/>
          </ac:spMkLst>
        </pc:spChg>
        <pc:spChg chg="add mod">
          <ac:chgData name="Jerardh Jasper" userId="251d33b359d62d9c" providerId="LiveId" clId="{B289CA60-C352-4F5D-87F8-DCE5F93AA782}" dt="2025-05-08T13:32:22.479" v="477" actId="208"/>
          <ac:spMkLst>
            <pc:docMk/>
            <pc:sldMk cId="1724035697" sldId="273"/>
            <ac:spMk id="6" creationId="{E6FD04AD-A3AD-FDDF-BCA1-DB7A45F84AAE}"/>
          </ac:spMkLst>
        </pc:spChg>
        <pc:picChg chg="add mod">
          <ac:chgData name="Jerardh Jasper" userId="251d33b359d62d9c" providerId="LiveId" clId="{B289CA60-C352-4F5D-87F8-DCE5F93AA782}" dt="2025-05-08T13:32:00.323" v="474" actId="14100"/>
          <ac:picMkLst>
            <pc:docMk/>
            <pc:sldMk cId="1724035697" sldId="273"/>
            <ac:picMk id="5" creationId="{C9C5FCA7-7A10-3CDC-77B1-67E0EBE73E2A}"/>
          </ac:picMkLst>
        </pc:picChg>
      </pc:sldChg>
      <pc:sldChg chg="addSp modSp add mod">
        <pc:chgData name="Jerardh Jasper" userId="251d33b359d62d9c" providerId="LiveId" clId="{B289CA60-C352-4F5D-87F8-DCE5F93AA782}" dt="2025-05-08T13:20:43.856" v="464" actId="14100"/>
        <pc:sldMkLst>
          <pc:docMk/>
          <pc:sldMk cId="1863223228" sldId="274"/>
        </pc:sldMkLst>
        <pc:spChg chg="mod">
          <ac:chgData name="Jerardh Jasper" userId="251d33b359d62d9c" providerId="LiveId" clId="{B289CA60-C352-4F5D-87F8-DCE5F93AA782}" dt="2025-05-08T13:20:38.351" v="462" actId="1076"/>
          <ac:spMkLst>
            <pc:docMk/>
            <pc:sldMk cId="1863223228" sldId="274"/>
            <ac:spMk id="3" creationId="{52EC6008-0994-D7DC-96FB-AF861F94DAFB}"/>
          </ac:spMkLst>
        </pc:spChg>
        <pc:picChg chg="add mod">
          <ac:chgData name="Jerardh Jasper" userId="251d33b359d62d9c" providerId="LiveId" clId="{B289CA60-C352-4F5D-87F8-DCE5F93AA782}" dt="2025-05-08T13:20:43.856" v="464" actId="14100"/>
          <ac:picMkLst>
            <pc:docMk/>
            <pc:sldMk cId="1863223228" sldId="274"/>
            <ac:picMk id="5" creationId="{22EFE095-E0E2-2C7F-7ED8-BEC0E5EFDFBD}"/>
          </ac:picMkLst>
        </pc:picChg>
      </pc:sldChg>
      <pc:sldChg chg="addSp delSp modSp add mod">
        <pc:chgData name="Jerardh Jasper" userId="251d33b359d62d9c" providerId="LiveId" clId="{B289CA60-C352-4F5D-87F8-DCE5F93AA782}" dt="2025-05-08T13:46:38.431" v="495" actId="1076"/>
        <pc:sldMkLst>
          <pc:docMk/>
          <pc:sldMk cId="4271357673" sldId="275"/>
        </pc:sldMkLst>
        <pc:spChg chg="mod">
          <ac:chgData name="Jerardh Jasper" userId="251d33b359d62d9c" providerId="LiveId" clId="{B289CA60-C352-4F5D-87F8-DCE5F93AA782}" dt="2025-05-08T13:46:19.518" v="489" actId="20577"/>
          <ac:spMkLst>
            <pc:docMk/>
            <pc:sldMk cId="4271357673" sldId="275"/>
            <ac:spMk id="3" creationId="{D8A5B5F9-B478-5801-4CE8-A41F94EC8513}"/>
          </ac:spMkLst>
        </pc:spChg>
        <pc:spChg chg="del">
          <ac:chgData name="Jerardh Jasper" userId="251d33b359d62d9c" providerId="LiveId" clId="{B289CA60-C352-4F5D-87F8-DCE5F93AA782}" dt="2025-05-08T13:36:42.710" v="482" actId="478"/>
          <ac:spMkLst>
            <pc:docMk/>
            <pc:sldMk cId="4271357673" sldId="275"/>
            <ac:spMk id="6" creationId="{C4806BAD-AE7D-7FA7-9B85-E18B1734905A}"/>
          </ac:spMkLst>
        </pc:spChg>
        <pc:picChg chg="del">
          <ac:chgData name="Jerardh Jasper" userId="251d33b359d62d9c" providerId="LiveId" clId="{B289CA60-C352-4F5D-87F8-DCE5F93AA782}" dt="2025-05-08T13:36:38.243" v="481" actId="478"/>
          <ac:picMkLst>
            <pc:docMk/>
            <pc:sldMk cId="4271357673" sldId="275"/>
            <ac:picMk id="5" creationId="{AA427195-A0D4-45BA-CC34-4837034C7845}"/>
          </ac:picMkLst>
        </pc:picChg>
        <pc:picChg chg="add mod">
          <ac:chgData name="Jerardh Jasper" userId="251d33b359d62d9c" providerId="LiveId" clId="{B289CA60-C352-4F5D-87F8-DCE5F93AA782}" dt="2025-05-08T13:46:38.431" v="495" actId="1076"/>
          <ac:picMkLst>
            <pc:docMk/>
            <pc:sldMk cId="4271357673" sldId="275"/>
            <ac:picMk id="7" creationId="{9AA46A91-9136-EB15-346D-A5C6073EED3B}"/>
          </ac:picMkLst>
        </pc:picChg>
      </pc:sldChg>
      <pc:sldChg chg="addSp delSp modSp add mod">
        <pc:chgData name="Jerardh Jasper" userId="251d33b359d62d9c" providerId="LiveId" clId="{B289CA60-C352-4F5D-87F8-DCE5F93AA782}" dt="2025-05-08T13:54:11.868" v="709" actId="20577"/>
        <pc:sldMkLst>
          <pc:docMk/>
          <pc:sldMk cId="107562362" sldId="276"/>
        </pc:sldMkLst>
        <pc:spChg chg="mod">
          <ac:chgData name="Jerardh Jasper" userId="251d33b359d62d9c" providerId="LiveId" clId="{B289CA60-C352-4F5D-87F8-DCE5F93AA782}" dt="2025-05-08T13:54:11.868" v="709" actId="20577"/>
          <ac:spMkLst>
            <pc:docMk/>
            <pc:sldMk cId="107562362" sldId="276"/>
            <ac:spMk id="3" creationId="{0DB747F1-E784-BE1F-A95C-11E85C072CFF}"/>
          </ac:spMkLst>
        </pc:spChg>
        <pc:picChg chg="add del mod">
          <ac:chgData name="Jerardh Jasper" userId="251d33b359d62d9c" providerId="LiveId" clId="{B289CA60-C352-4F5D-87F8-DCE5F93AA782}" dt="2025-05-08T13:49:08.709" v="508" actId="478"/>
          <ac:picMkLst>
            <pc:docMk/>
            <pc:sldMk cId="107562362" sldId="276"/>
            <ac:picMk id="5" creationId="{DBE8E9CB-C241-7D26-4CA7-181A73A734EB}"/>
          </ac:picMkLst>
        </pc:picChg>
        <pc:picChg chg="del">
          <ac:chgData name="Jerardh Jasper" userId="251d33b359d62d9c" providerId="LiveId" clId="{B289CA60-C352-4F5D-87F8-DCE5F93AA782}" dt="2025-05-08T13:47:19.147" v="497" actId="478"/>
          <ac:picMkLst>
            <pc:docMk/>
            <pc:sldMk cId="107562362" sldId="276"/>
            <ac:picMk id="7" creationId="{70BE3FD8-157D-1D71-E626-628CCE5843A0}"/>
          </ac:picMkLst>
        </pc:picChg>
      </pc:sldChg>
      <pc:sldChg chg="modSp new mod">
        <pc:chgData name="Jerardh Jasper" userId="251d33b359d62d9c" providerId="LiveId" clId="{B289CA60-C352-4F5D-87F8-DCE5F93AA782}" dt="2025-05-08T13:54:49.190" v="752" actId="20577"/>
        <pc:sldMkLst>
          <pc:docMk/>
          <pc:sldMk cId="1353678480" sldId="277"/>
        </pc:sldMkLst>
        <pc:spChg chg="mod">
          <ac:chgData name="Jerardh Jasper" userId="251d33b359d62d9c" providerId="LiveId" clId="{B289CA60-C352-4F5D-87F8-DCE5F93AA782}" dt="2025-05-08T13:54:43.615" v="747" actId="20577"/>
          <ac:spMkLst>
            <pc:docMk/>
            <pc:sldMk cId="1353678480" sldId="277"/>
            <ac:spMk id="2" creationId="{EF1D6590-621A-6368-82CC-CF0CC69D0D9C}"/>
          </ac:spMkLst>
        </pc:spChg>
        <pc:spChg chg="mod">
          <ac:chgData name="Jerardh Jasper" userId="251d33b359d62d9c" providerId="LiveId" clId="{B289CA60-C352-4F5D-87F8-DCE5F93AA782}" dt="2025-05-08T13:54:49.190" v="752" actId="20577"/>
          <ac:spMkLst>
            <pc:docMk/>
            <pc:sldMk cId="1353678480" sldId="277"/>
            <ac:spMk id="3" creationId="{9906DA76-52F3-E619-A557-64E845FB4C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BCA2D-1B6A-4426-B594-B35AEFADE2B8}" type="datetimeFigureOut">
              <a:rPr lang="en-IN" smtClean="0"/>
              <a:t>08-05-2025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CDEE18-2028-4193-9619-3633EAC6E9FB}" type="slidenum">
              <a:rPr lang="en-IN" smtClean="0"/>
              <a:t>‹#›</a:t>
            </a:fld>
            <a:endParaRPr lang="en-IN"/>
          </a:p>
        </p:txBody>
      </p:sp>
    </p:spTree>
    <p:extLst>
      <p:ext uri="{BB962C8B-B14F-4D97-AF65-F5344CB8AC3E}">
        <p14:creationId xmlns:p14="http://schemas.microsoft.com/office/powerpoint/2010/main" val="2119248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CDEE18-2028-4193-9619-3633EAC6E9FB}" type="slidenum">
              <a:rPr lang="en-IN" smtClean="0"/>
              <a:t>10</a:t>
            </a:fld>
            <a:endParaRPr lang="en-IN"/>
          </a:p>
        </p:txBody>
      </p:sp>
    </p:spTree>
    <p:extLst>
      <p:ext uri="{BB962C8B-B14F-4D97-AF65-F5344CB8AC3E}">
        <p14:creationId xmlns:p14="http://schemas.microsoft.com/office/powerpoint/2010/main" val="1568662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1266678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599460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1565163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FF0876-EBA3-4859-AA35-6E48EB93F5A1}" type="datetimeFigureOut">
              <a:rPr lang="en-IN" smtClean="0"/>
              <a:t>08-05-2025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1256556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FF0876-EBA3-4859-AA35-6E48EB93F5A1}" type="datetimeFigureOut">
              <a:rPr lang="en-IN" smtClean="0"/>
              <a:t>08-05-2025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2298121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FF0876-EBA3-4859-AA35-6E48EB93F5A1}" type="datetimeFigureOut">
              <a:rPr lang="en-IN" smtClean="0"/>
              <a:t>08-05-2025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4121501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FF0876-EBA3-4859-AA35-6E48EB93F5A1}" type="datetimeFigureOut">
              <a:rPr lang="en-IN" smtClean="0"/>
              <a:t>08-05-2025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2491344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FF0876-EBA3-4859-AA35-6E48EB93F5A1}" type="datetimeFigureOut">
              <a:rPr lang="en-IN" smtClean="0"/>
              <a:t>08-05-2025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2546166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F0876-EBA3-4859-AA35-6E48EB93F5A1}" type="datetimeFigureOut">
              <a:rPr lang="en-IN" smtClean="0"/>
              <a:t>08-05-2025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419860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2980585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00417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2774387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05299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1096785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650985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FF0876-EBA3-4859-AA35-6E48EB93F5A1}" type="datetimeFigureOut">
              <a:rPr lang="en-IN" smtClean="0"/>
              <a:t>08-05-2025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F5C4F-6AAC-444F-BE4F-B1D4EF46BDF2}" type="slidenum">
              <a:rPr lang="en-IN" smtClean="0"/>
              <a:t>‹#›</a:t>
            </a:fld>
            <a:endParaRPr lang="en-IN"/>
          </a:p>
        </p:txBody>
      </p:sp>
    </p:spTree>
    <p:extLst>
      <p:ext uri="{BB962C8B-B14F-4D97-AF65-F5344CB8AC3E}">
        <p14:creationId xmlns:p14="http://schemas.microsoft.com/office/powerpoint/2010/main" val="2857770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FFF0876-EBA3-4859-AA35-6E48EB93F5A1}" type="datetimeFigureOut">
              <a:rPr lang="en-IN" smtClean="0"/>
              <a:t>08-05-2025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A3F5C4F-6AAC-444F-BE4F-B1D4EF46BDF2}" type="slidenum">
              <a:rPr lang="en-IN" smtClean="0"/>
              <a:t>‹#›</a:t>
            </a:fld>
            <a:endParaRPr lang="en-IN"/>
          </a:p>
        </p:txBody>
      </p:sp>
    </p:spTree>
    <p:extLst>
      <p:ext uri="{BB962C8B-B14F-4D97-AF65-F5344CB8AC3E}">
        <p14:creationId xmlns:p14="http://schemas.microsoft.com/office/powerpoint/2010/main" val="11996923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9505-2A51-BEAF-FDD8-9288DE42F607}"/>
              </a:ext>
            </a:extLst>
          </p:cNvPr>
          <p:cNvSpPr>
            <a:spLocks noGrp="1"/>
          </p:cNvSpPr>
          <p:nvPr>
            <p:ph type="ctrTitle"/>
          </p:nvPr>
        </p:nvSpPr>
        <p:spPr/>
        <p:txBody>
          <a:bodyPr/>
          <a:lstStyle/>
          <a:p>
            <a:r>
              <a:rPr lang="en-US" dirty="0"/>
              <a:t>XML: DTD AND XML SCHEMA</a:t>
            </a:r>
            <a:endParaRPr lang="en-IN" dirty="0"/>
          </a:p>
        </p:txBody>
      </p:sp>
    </p:spTree>
    <p:extLst>
      <p:ext uri="{BB962C8B-B14F-4D97-AF65-F5344CB8AC3E}">
        <p14:creationId xmlns:p14="http://schemas.microsoft.com/office/powerpoint/2010/main" val="2498229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C3BDC-EA9A-5F75-75DA-A9334B697E39}"/>
              </a:ext>
            </a:extLst>
          </p:cNvPr>
          <p:cNvSpPr>
            <a:spLocks noGrp="1"/>
          </p:cNvSpPr>
          <p:nvPr>
            <p:ph type="title"/>
          </p:nvPr>
        </p:nvSpPr>
        <p:spPr/>
        <p:txBody>
          <a:bodyPr/>
          <a:lstStyle/>
          <a:p>
            <a:r>
              <a:rPr lang="en-US" dirty="0"/>
              <a:t>XML</a:t>
            </a:r>
            <a:endParaRPr lang="en-IN" dirty="0"/>
          </a:p>
        </p:txBody>
      </p:sp>
      <p:sp>
        <p:nvSpPr>
          <p:cNvPr id="3" name="Content Placeholder 2">
            <a:extLst>
              <a:ext uri="{FF2B5EF4-FFF2-40B4-BE49-F238E27FC236}">
                <a16:creationId xmlns:a16="http://schemas.microsoft.com/office/drawing/2014/main" id="{AA809F43-8A3A-1800-F9A6-E923EF2FA8DC}"/>
              </a:ext>
            </a:extLst>
          </p:cNvPr>
          <p:cNvSpPr>
            <a:spLocks noGrp="1"/>
          </p:cNvSpPr>
          <p:nvPr>
            <p:ph idx="1"/>
          </p:nvPr>
        </p:nvSpPr>
        <p:spPr/>
        <p:txBody>
          <a:bodyPr/>
          <a:lstStyle/>
          <a:p>
            <a:r>
              <a:rPr lang="en-US" sz="1800" b="1" i="0" u="none" strike="noStrike" baseline="0" dirty="0">
                <a:solidFill>
                  <a:schemeClr val="accent2">
                    <a:lumMod val="75000"/>
                  </a:schemeClr>
                </a:solidFill>
                <a:latin typeface="Palatino-Bold"/>
              </a:rPr>
              <a:t>Extensible Markup Language </a:t>
            </a:r>
            <a:r>
              <a:rPr lang="en-US" sz="1800" b="0" i="0" u="none" strike="noStrike" baseline="0" dirty="0">
                <a:solidFill>
                  <a:schemeClr val="accent2">
                    <a:lumMod val="75000"/>
                  </a:schemeClr>
                </a:solidFill>
                <a:latin typeface="Palatino-Roman"/>
              </a:rPr>
              <a:t>(</a:t>
            </a:r>
            <a:r>
              <a:rPr lang="en-US" sz="1800" b="1" i="0" u="none" strike="noStrike" baseline="0" dirty="0">
                <a:solidFill>
                  <a:schemeClr val="accent2">
                    <a:lumMod val="75000"/>
                  </a:schemeClr>
                </a:solidFill>
                <a:latin typeface="Palatino-Bold"/>
              </a:rPr>
              <a:t>XML</a:t>
            </a:r>
            <a:r>
              <a:rPr lang="en-US" sz="1800" b="0" i="0" u="none" strike="noStrike" baseline="0" dirty="0">
                <a:solidFill>
                  <a:schemeClr val="accent2">
                    <a:lumMod val="75000"/>
                  </a:schemeClr>
                </a:solidFill>
                <a:latin typeface="Palatino-Roman"/>
              </a:rPr>
              <a:t>) </a:t>
            </a:r>
            <a:r>
              <a:rPr lang="en-US" sz="1800" b="0" i="0" u="none" strike="noStrike" baseline="0" dirty="0">
                <a:solidFill>
                  <a:schemeClr val="tx1"/>
                </a:solidFill>
                <a:latin typeface="Palatino-Roman"/>
              </a:rPr>
              <a:t>is similar to HTML.</a:t>
            </a:r>
          </a:p>
          <a:p>
            <a:pPr algn="l"/>
            <a:r>
              <a:rPr lang="en-IN" dirty="0">
                <a:latin typeface="Palatino-Roman"/>
              </a:rPr>
              <a:t>D</a:t>
            </a:r>
            <a:r>
              <a:rPr lang="en-IN" sz="1800" b="0" i="0" u="none" strike="noStrike" baseline="0" dirty="0">
                <a:latin typeface="Palatino-Roman"/>
              </a:rPr>
              <a:t>esigned to represent data.</a:t>
            </a:r>
          </a:p>
          <a:p>
            <a:pPr algn="l"/>
            <a:r>
              <a:rPr lang="en-US" sz="1800" b="0" i="0" u="none" strike="noStrike" baseline="0" dirty="0">
                <a:latin typeface="Palatino-Roman"/>
              </a:rPr>
              <a:t>Unlike HTML, XML does not prescribe the set of tags allowed, and the set may be chosen as needed by each application.</a:t>
            </a:r>
          </a:p>
          <a:p>
            <a:pPr algn="l"/>
            <a:r>
              <a:rPr lang="en-US" sz="1800" b="0" i="0" u="none" strike="noStrike" baseline="0" dirty="0">
                <a:latin typeface="Palatino-Roman"/>
              </a:rPr>
              <a:t>This feature is the key to XML’s major role in data representation and exchange, whereas HTML is used primarily for </a:t>
            </a:r>
            <a:r>
              <a:rPr lang="en-IN" sz="1800" b="0" i="0" u="none" strike="noStrike" baseline="0" dirty="0">
                <a:latin typeface="Palatino-Roman"/>
              </a:rPr>
              <a:t>document formatting.</a:t>
            </a:r>
            <a:endParaRPr lang="en-IN" dirty="0">
              <a:solidFill>
                <a:schemeClr val="tx1"/>
              </a:solidFill>
            </a:endParaRPr>
          </a:p>
        </p:txBody>
      </p:sp>
    </p:spTree>
    <p:extLst>
      <p:ext uri="{BB962C8B-B14F-4D97-AF65-F5344CB8AC3E}">
        <p14:creationId xmlns:p14="http://schemas.microsoft.com/office/powerpoint/2010/main" val="2273984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D9DC2-716A-BE5D-6CAC-D405AC50A80D}"/>
              </a:ext>
            </a:extLst>
          </p:cNvPr>
          <p:cNvSpPr>
            <a:spLocks noGrp="1"/>
          </p:cNvSpPr>
          <p:nvPr>
            <p:ph type="title"/>
          </p:nvPr>
        </p:nvSpPr>
        <p:spPr/>
        <p:txBody>
          <a:bodyPr/>
          <a:lstStyle/>
          <a:p>
            <a:r>
              <a:rPr lang="en-US" dirty="0"/>
              <a:t>XML</a:t>
            </a:r>
            <a:endParaRPr lang="en-IN" dirty="0"/>
          </a:p>
        </p:txBody>
      </p:sp>
      <p:pic>
        <p:nvPicPr>
          <p:cNvPr id="9" name="Content Placeholder 8" descr="A computer code with text">
            <a:extLst>
              <a:ext uri="{FF2B5EF4-FFF2-40B4-BE49-F238E27FC236}">
                <a16:creationId xmlns:a16="http://schemas.microsoft.com/office/drawing/2014/main" id="{600F3390-27CD-3D52-A8A7-201979575E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0440" y="1470992"/>
            <a:ext cx="8883562" cy="4922207"/>
          </a:xfrm>
        </p:spPr>
      </p:pic>
    </p:spTree>
    <p:extLst>
      <p:ext uri="{BB962C8B-B14F-4D97-AF65-F5344CB8AC3E}">
        <p14:creationId xmlns:p14="http://schemas.microsoft.com/office/powerpoint/2010/main" val="64312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8A16-BD06-D50D-DCA8-BC0E1B3C2DC1}"/>
              </a:ext>
            </a:extLst>
          </p:cNvPr>
          <p:cNvSpPr>
            <a:spLocks noGrp="1"/>
          </p:cNvSpPr>
          <p:nvPr>
            <p:ph type="title"/>
          </p:nvPr>
        </p:nvSpPr>
        <p:spPr/>
        <p:txBody>
          <a:bodyPr/>
          <a:lstStyle/>
          <a:p>
            <a:r>
              <a:rPr lang="en-US" dirty="0"/>
              <a:t>ADVANTAGES</a:t>
            </a:r>
            <a:endParaRPr lang="en-IN" dirty="0"/>
          </a:p>
        </p:txBody>
      </p:sp>
      <p:sp>
        <p:nvSpPr>
          <p:cNvPr id="3" name="Content Placeholder 2">
            <a:extLst>
              <a:ext uri="{FF2B5EF4-FFF2-40B4-BE49-F238E27FC236}">
                <a16:creationId xmlns:a16="http://schemas.microsoft.com/office/drawing/2014/main" id="{ACB56553-9202-1E04-8C91-4856A248367A}"/>
              </a:ext>
            </a:extLst>
          </p:cNvPr>
          <p:cNvSpPr>
            <a:spLocks noGrp="1"/>
          </p:cNvSpPr>
          <p:nvPr>
            <p:ph idx="1"/>
          </p:nvPr>
        </p:nvSpPr>
        <p:spPr/>
        <p:txBody>
          <a:bodyPr>
            <a:normAutofit/>
          </a:bodyPr>
          <a:lstStyle/>
          <a:p>
            <a:pPr algn="l"/>
            <a:r>
              <a:rPr lang="en-US" sz="1800" b="0" i="0" u="none" strike="noStrike" baseline="0" dirty="0">
                <a:latin typeface="Palatino-Roman"/>
              </a:rPr>
              <a:t>Compared to storage of data in a relational database, the XML representation may be inefficient, since tag names are repeated throughout the document.</a:t>
            </a:r>
          </a:p>
          <a:p>
            <a:pPr algn="l"/>
            <a:r>
              <a:rPr lang="en-US" sz="1800" b="0" i="0" u="none" strike="noStrike" baseline="0" dirty="0">
                <a:latin typeface="Palatino-Roman"/>
              </a:rPr>
              <a:t>However, in spite of this disadvantage, an XML representation has significant advantages when it is used to exchange data between organizations, and for storing </a:t>
            </a:r>
            <a:r>
              <a:rPr lang="en-US" dirty="0">
                <a:latin typeface="Palatino-Roman"/>
              </a:rPr>
              <a:t>c</a:t>
            </a:r>
            <a:r>
              <a:rPr lang="en-US" sz="1800" b="0" i="0" u="none" strike="noStrike" baseline="0" dirty="0">
                <a:latin typeface="Palatino-Roman"/>
              </a:rPr>
              <a:t>omplex structured information in files.</a:t>
            </a:r>
          </a:p>
          <a:p>
            <a:pPr algn="l"/>
            <a:r>
              <a:rPr lang="en-US" sz="1800" b="0" i="0" u="none" strike="noStrike" baseline="0" dirty="0">
                <a:solidFill>
                  <a:srgbClr val="000000"/>
                </a:solidFill>
                <a:latin typeface="Palatino-Roman"/>
              </a:rPr>
              <a:t>First, the presence of the tags makes the message </a:t>
            </a:r>
            <a:r>
              <a:rPr lang="en-US" sz="1800" b="1" i="0" u="none" strike="noStrike" baseline="0" dirty="0">
                <a:solidFill>
                  <a:schemeClr val="accent2">
                    <a:lumMod val="75000"/>
                  </a:schemeClr>
                </a:solidFill>
                <a:latin typeface="Palatino-Bold"/>
              </a:rPr>
              <a:t>self-documenting</a:t>
            </a:r>
          </a:p>
          <a:p>
            <a:pPr algn="l"/>
            <a:r>
              <a:rPr lang="en-US" sz="1800" b="0" i="0" u="none" strike="noStrike" baseline="0" dirty="0">
                <a:latin typeface="Palatino-Roman"/>
              </a:rPr>
              <a:t>Second, the format of the document is not rigid</a:t>
            </a:r>
            <a:r>
              <a:rPr lang="en-US" b="1" dirty="0">
                <a:solidFill>
                  <a:schemeClr val="accent2">
                    <a:lumMod val="75000"/>
                  </a:schemeClr>
                </a:solidFill>
                <a:latin typeface="Palatino-Bold"/>
              </a:rPr>
              <a:t>.</a:t>
            </a:r>
          </a:p>
          <a:p>
            <a:pPr algn="l"/>
            <a:r>
              <a:rPr lang="en-US" sz="1800" b="0" i="0" u="none" strike="noStrike" baseline="0" dirty="0">
                <a:latin typeface="Palatino-Roman"/>
              </a:rPr>
              <a:t>Third, XML allows nested structures.</a:t>
            </a:r>
            <a:endParaRPr lang="en-US" sz="1800" b="1" i="0" u="none" strike="noStrike" baseline="0" dirty="0">
              <a:solidFill>
                <a:schemeClr val="accent2">
                  <a:lumMod val="75000"/>
                </a:schemeClr>
              </a:solidFill>
              <a:latin typeface="Palatino-Bold"/>
            </a:endParaRPr>
          </a:p>
          <a:p>
            <a:pPr algn="l"/>
            <a:r>
              <a:rPr lang="en-US" sz="1800" b="0" i="0" u="none" strike="noStrike" baseline="0" dirty="0">
                <a:latin typeface="Palatino-Roman"/>
              </a:rPr>
              <a:t>Finally, since the XML format is widely accepted, a wide variety of tools are available to assist in its processing, including programming language APIs to create and to read XML data, browser software, and database tools.</a:t>
            </a:r>
            <a:endParaRPr lang="en-IN" dirty="0">
              <a:solidFill>
                <a:schemeClr val="accent2">
                  <a:lumMod val="75000"/>
                </a:schemeClr>
              </a:solidFill>
            </a:endParaRPr>
          </a:p>
        </p:txBody>
      </p:sp>
    </p:spTree>
    <p:extLst>
      <p:ext uri="{BB962C8B-B14F-4D97-AF65-F5344CB8AC3E}">
        <p14:creationId xmlns:p14="http://schemas.microsoft.com/office/powerpoint/2010/main" val="4004373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A3B06-5530-C128-298B-DC319D323CEF}"/>
              </a:ext>
            </a:extLst>
          </p:cNvPr>
          <p:cNvSpPr>
            <a:spLocks noGrp="1"/>
          </p:cNvSpPr>
          <p:nvPr>
            <p:ph type="title"/>
          </p:nvPr>
        </p:nvSpPr>
        <p:spPr/>
        <p:txBody>
          <a:bodyPr/>
          <a:lstStyle/>
          <a:p>
            <a:r>
              <a:rPr lang="en-US" dirty="0"/>
              <a:t>XML Document Schema</a:t>
            </a:r>
            <a:endParaRPr lang="en-IN" dirty="0"/>
          </a:p>
        </p:txBody>
      </p:sp>
      <p:sp>
        <p:nvSpPr>
          <p:cNvPr id="3" name="Content Placeholder 2">
            <a:extLst>
              <a:ext uri="{FF2B5EF4-FFF2-40B4-BE49-F238E27FC236}">
                <a16:creationId xmlns:a16="http://schemas.microsoft.com/office/drawing/2014/main" id="{99BAAC37-68B2-0581-D713-E87D14C15D83}"/>
              </a:ext>
            </a:extLst>
          </p:cNvPr>
          <p:cNvSpPr>
            <a:spLocks noGrp="1"/>
          </p:cNvSpPr>
          <p:nvPr>
            <p:ph idx="1"/>
          </p:nvPr>
        </p:nvSpPr>
        <p:spPr/>
        <p:txBody>
          <a:bodyPr/>
          <a:lstStyle/>
          <a:p>
            <a:pPr algn="l"/>
            <a:r>
              <a:rPr lang="en-US" dirty="0">
                <a:latin typeface="Palatino-Roman"/>
              </a:rPr>
              <a:t>B</a:t>
            </a:r>
            <a:r>
              <a:rPr lang="en-US" sz="1800" b="0" i="0" u="none" strike="noStrike" baseline="0" dirty="0">
                <a:latin typeface="Palatino-Roman"/>
              </a:rPr>
              <a:t>y default, XML documents can be created without any associated schema: an element may then have any sub-element or attribute.</a:t>
            </a:r>
          </a:p>
          <a:p>
            <a:pPr algn="l"/>
            <a:r>
              <a:rPr lang="en-IN" sz="1800" b="0" i="0" u="none" strike="noStrike" baseline="0" dirty="0">
                <a:latin typeface="Palatino-Roman"/>
              </a:rPr>
              <a:t>While such </a:t>
            </a:r>
            <a:r>
              <a:rPr lang="en-US" sz="1800" b="0" i="0" u="none" strike="noStrike" baseline="0" dirty="0">
                <a:latin typeface="Palatino-Roman"/>
              </a:rPr>
              <a:t>freedom may occasionally be acceptable given the self-describing nature of the data format, it is not generally useful when XML documents must be processed automatically as part of an application, or even when large amounts of related data are to be formatted in XML.</a:t>
            </a:r>
          </a:p>
          <a:p>
            <a:pPr algn="l"/>
            <a:r>
              <a:rPr lang="en-US" dirty="0">
                <a:latin typeface="Palatino-Roman"/>
              </a:rPr>
              <a:t>T</a:t>
            </a:r>
            <a:r>
              <a:rPr lang="en-US" sz="1800" b="0" i="0" u="none" strike="noStrike" baseline="0" dirty="0">
                <a:latin typeface="Palatino-Roman"/>
              </a:rPr>
              <a:t>he </a:t>
            </a:r>
            <a:r>
              <a:rPr lang="en-US" sz="1800" b="0" i="1" u="none" strike="noStrike" baseline="0" dirty="0">
                <a:latin typeface="Palatino-Italic"/>
              </a:rPr>
              <a:t>Document Type Definition</a:t>
            </a:r>
            <a:r>
              <a:rPr lang="en-US" sz="1800" b="0" i="0" u="none" strike="noStrike" baseline="0" dirty="0">
                <a:latin typeface="Palatino-Roman"/>
              </a:rPr>
              <a:t>, as well as its more recently defined </a:t>
            </a:r>
            <a:r>
              <a:rPr lang="en-IN" sz="1800" b="0" i="0" u="none" strike="noStrike" baseline="0" dirty="0">
                <a:latin typeface="Palatino-Roman"/>
              </a:rPr>
              <a:t>replacement, </a:t>
            </a:r>
            <a:r>
              <a:rPr lang="en-IN" sz="1800" b="0" i="1" u="none" strike="noStrike" baseline="0" dirty="0">
                <a:latin typeface="Palatino-Italic"/>
              </a:rPr>
              <a:t>XML Schema</a:t>
            </a:r>
            <a:r>
              <a:rPr lang="en-IN" sz="1800" b="0" i="0" u="none" strike="noStrike" baseline="0" dirty="0">
                <a:latin typeface="Palatino-Roman"/>
              </a:rPr>
              <a:t>.</a:t>
            </a:r>
            <a:endParaRPr lang="en-IN" dirty="0"/>
          </a:p>
        </p:txBody>
      </p:sp>
    </p:spTree>
    <p:extLst>
      <p:ext uri="{BB962C8B-B14F-4D97-AF65-F5344CB8AC3E}">
        <p14:creationId xmlns:p14="http://schemas.microsoft.com/office/powerpoint/2010/main" val="678505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E3BF3-4E64-99A6-DEE9-9C76B05938F1}"/>
              </a:ext>
            </a:extLst>
          </p:cNvPr>
          <p:cNvSpPr>
            <a:spLocks noGrp="1"/>
          </p:cNvSpPr>
          <p:nvPr>
            <p:ph type="title"/>
          </p:nvPr>
        </p:nvSpPr>
        <p:spPr/>
        <p:txBody>
          <a:bodyPr/>
          <a:lstStyle/>
          <a:p>
            <a:r>
              <a:rPr lang="en-US" dirty="0"/>
              <a:t>DTD</a:t>
            </a:r>
            <a:endParaRPr lang="en-IN" dirty="0"/>
          </a:p>
        </p:txBody>
      </p:sp>
      <p:sp>
        <p:nvSpPr>
          <p:cNvPr id="3" name="Content Placeholder 2">
            <a:extLst>
              <a:ext uri="{FF2B5EF4-FFF2-40B4-BE49-F238E27FC236}">
                <a16:creationId xmlns:a16="http://schemas.microsoft.com/office/drawing/2014/main" id="{EBE5FB62-D896-C8E9-AD7C-097F58F90BAC}"/>
              </a:ext>
            </a:extLst>
          </p:cNvPr>
          <p:cNvSpPr>
            <a:spLocks noGrp="1"/>
          </p:cNvSpPr>
          <p:nvPr>
            <p:ph idx="1"/>
          </p:nvPr>
        </p:nvSpPr>
        <p:spPr/>
        <p:txBody>
          <a:bodyPr/>
          <a:lstStyle/>
          <a:p>
            <a:pPr algn="l"/>
            <a:r>
              <a:rPr lang="en-US" sz="1800" b="0" i="0" u="none" strike="noStrike" baseline="0" dirty="0">
                <a:solidFill>
                  <a:srgbClr val="000000"/>
                </a:solidFill>
                <a:latin typeface="Palatino-Roman"/>
              </a:rPr>
              <a:t>The </a:t>
            </a:r>
            <a:r>
              <a:rPr lang="en-US" sz="1800" b="1" i="0" u="none" strike="noStrike" baseline="0" dirty="0">
                <a:solidFill>
                  <a:schemeClr val="accent2">
                    <a:lumMod val="75000"/>
                  </a:schemeClr>
                </a:solidFill>
                <a:latin typeface="Palatino-Bold"/>
              </a:rPr>
              <a:t>document type definition </a:t>
            </a:r>
            <a:r>
              <a:rPr lang="en-US" sz="1800" b="0" i="0" u="none" strike="noStrike" baseline="0" dirty="0">
                <a:solidFill>
                  <a:schemeClr val="accent2">
                    <a:lumMod val="75000"/>
                  </a:schemeClr>
                </a:solidFill>
                <a:latin typeface="Palatino-Roman"/>
              </a:rPr>
              <a:t>(</a:t>
            </a:r>
            <a:r>
              <a:rPr lang="en-US" sz="1800" b="1" i="0" u="none" strike="noStrike" baseline="0" dirty="0">
                <a:solidFill>
                  <a:schemeClr val="accent2">
                    <a:lumMod val="75000"/>
                  </a:schemeClr>
                </a:solidFill>
                <a:latin typeface="Palatino-Bold"/>
              </a:rPr>
              <a:t>DTD</a:t>
            </a:r>
            <a:r>
              <a:rPr lang="en-US" sz="1800" b="0" i="0" u="none" strike="noStrike" baseline="0" dirty="0">
                <a:solidFill>
                  <a:schemeClr val="accent2">
                    <a:lumMod val="75000"/>
                  </a:schemeClr>
                </a:solidFill>
                <a:latin typeface="Palatino-Roman"/>
              </a:rPr>
              <a:t>)</a:t>
            </a:r>
            <a:r>
              <a:rPr lang="en-US" sz="1800" b="0" i="0" u="none" strike="noStrike" baseline="0" dirty="0">
                <a:solidFill>
                  <a:srgbClr val="000000"/>
                </a:solidFill>
                <a:latin typeface="Palatino-Roman"/>
              </a:rPr>
              <a:t> is an optional part of an XML document. The main purpose of a DTD is much like that of a schema: to constrain and type the information present in the document. </a:t>
            </a:r>
          </a:p>
          <a:p>
            <a:pPr algn="l"/>
            <a:r>
              <a:rPr lang="en-US" sz="1800" b="0" i="0" u="none" strike="noStrike" baseline="0" dirty="0">
                <a:solidFill>
                  <a:srgbClr val="000000"/>
                </a:solidFill>
                <a:latin typeface="Palatino-Roman"/>
              </a:rPr>
              <a:t>However, the DTD does not in fact constrain types in the sense of basic types like integer or string. Instead, </a:t>
            </a:r>
            <a:r>
              <a:rPr lang="en-US" sz="1800" b="1" i="0" u="none" strike="noStrike" baseline="0" dirty="0">
                <a:solidFill>
                  <a:srgbClr val="000000"/>
                </a:solidFill>
                <a:latin typeface="Palatino-Roman"/>
              </a:rPr>
              <a:t>it constrains only the appearance of </a:t>
            </a:r>
            <a:r>
              <a:rPr lang="en-US" sz="1800" b="1" i="0" u="none" strike="noStrike" baseline="0" dirty="0" err="1">
                <a:solidFill>
                  <a:srgbClr val="000000"/>
                </a:solidFill>
                <a:latin typeface="Palatino-Roman"/>
              </a:rPr>
              <a:t>subelements</a:t>
            </a:r>
            <a:r>
              <a:rPr lang="en-US" sz="1800" b="1" i="0" u="none" strike="noStrike" baseline="0" dirty="0">
                <a:solidFill>
                  <a:srgbClr val="000000"/>
                </a:solidFill>
                <a:latin typeface="Palatino-Roman"/>
              </a:rPr>
              <a:t> and attributes within an element.</a:t>
            </a:r>
          </a:p>
          <a:p>
            <a:pPr algn="l"/>
            <a:r>
              <a:rPr lang="en-US" dirty="0">
                <a:latin typeface="Palatino-Roman"/>
              </a:rPr>
              <a:t>P</a:t>
            </a:r>
            <a:r>
              <a:rPr lang="en-US" sz="1800" b="0" i="0" u="none" strike="noStrike" baseline="0" dirty="0">
                <a:latin typeface="Palatino-Roman"/>
              </a:rPr>
              <a:t>rimarily a list of rules for what pattern of </a:t>
            </a:r>
            <a:r>
              <a:rPr lang="en-US" sz="1800" b="0" i="0" u="none" strike="noStrike" baseline="0" dirty="0" err="1">
                <a:latin typeface="Palatino-Roman"/>
              </a:rPr>
              <a:t>subelements</a:t>
            </a:r>
            <a:r>
              <a:rPr lang="en-US" sz="1800" b="0" i="0" u="none" strike="noStrike" baseline="0" dirty="0">
                <a:latin typeface="Palatino-Roman"/>
              </a:rPr>
              <a:t> may appear within an </a:t>
            </a:r>
            <a:r>
              <a:rPr lang="en-IN" sz="1800" b="0" i="0" u="none" strike="noStrike" baseline="0" dirty="0">
                <a:latin typeface="Palatino-Roman"/>
              </a:rPr>
              <a:t>element.</a:t>
            </a:r>
          </a:p>
          <a:p>
            <a:pPr algn="l"/>
            <a:r>
              <a:rPr lang="en-US" sz="1800" b="0" i="0" u="none" strike="noStrike" baseline="0" dirty="0">
                <a:latin typeface="Palatino-Roman"/>
              </a:rPr>
              <a:t>Each declaration is in the form of a regular expression for the </a:t>
            </a:r>
            <a:r>
              <a:rPr lang="en-US" sz="1800" b="0" i="0" u="none" strike="noStrike" baseline="0" dirty="0" err="1">
                <a:latin typeface="Palatino-Roman"/>
              </a:rPr>
              <a:t>subelements</a:t>
            </a:r>
            <a:r>
              <a:rPr lang="en-US" sz="1800" b="0" i="0" u="none" strike="noStrike" baseline="0" dirty="0">
                <a:latin typeface="Palatino-Roman"/>
              </a:rPr>
              <a:t> of </a:t>
            </a:r>
            <a:r>
              <a:rPr lang="en-IN" sz="1800" b="0" i="0" u="none" strike="noStrike" baseline="0" dirty="0">
                <a:latin typeface="Palatino-Roman"/>
              </a:rPr>
              <a:t>an element.</a:t>
            </a:r>
            <a:endParaRPr lang="en-IN" b="1" dirty="0"/>
          </a:p>
        </p:txBody>
      </p:sp>
    </p:spTree>
    <p:extLst>
      <p:ext uri="{BB962C8B-B14F-4D97-AF65-F5344CB8AC3E}">
        <p14:creationId xmlns:p14="http://schemas.microsoft.com/office/powerpoint/2010/main" val="2802738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368F-653F-EB6E-926E-959FA7AAD9C1}"/>
              </a:ext>
            </a:extLst>
          </p:cNvPr>
          <p:cNvSpPr>
            <a:spLocks noGrp="1"/>
          </p:cNvSpPr>
          <p:nvPr>
            <p:ph type="title"/>
          </p:nvPr>
        </p:nvSpPr>
        <p:spPr/>
        <p:txBody>
          <a:bodyPr/>
          <a:lstStyle/>
          <a:p>
            <a:r>
              <a:rPr lang="en-US" dirty="0"/>
              <a:t>DTD</a:t>
            </a:r>
            <a:endParaRPr lang="en-IN" dirty="0"/>
          </a:p>
        </p:txBody>
      </p:sp>
      <p:pic>
        <p:nvPicPr>
          <p:cNvPr id="5" name="Content Placeholder 4" descr="A computer screen shot of text&#10;&#10;AI-generated content may be incorrect.">
            <a:extLst>
              <a:ext uri="{FF2B5EF4-FFF2-40B4-BE49-F238E27FC236}">
                <a16:creationId xmlns:a16="http://schemas.microsoft.com/office/drawing/2014/main" id="{BBFA3E15-EE07-3218-B792-341479F8E5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792" y="2007704"/>
            <a:ext cx="8105995" cy="3946473"/>
          </a:xfrm>
        </p:spPr>
      </p:pic>
    </p:spTree>
    <p:extLst>
      <p:ext uri="{BB962C8B-B14F-4D97-AF65-F5344CB8AC3E}">
        <p14:creationId xmlns:p14="http://schemas.microsoft.com/office/powerpoint/2010/main" val="118400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45920-499A-2862-846E-08E92EDE567A}"/>
              </a:ext>
            </a:extLst>
          </p:cNvPr>
          <p:cNvSpPr>
            <a:spLocks noGrp="1"/>
          </p:cNvSpPr>
          <p:nvPr>
            <p:ph type="title"/>
          </p:nvPr>
        </p:nvSpPr>
        <p:spPr/>
        <p:txBody>
          <a:bodyPr/>
          <a:lstStyle/>
          <a:p>
            <a:r>
              <a:rPr lang="en-IN" dirty="0"/>
              <a:t>Defining Attributes</a:t>
            </a:r>
          </a:p>
        </p:txBody>
      </p:sp>
      <p:sp>
        <p:nvSpPr>
          <p:cNvPr id="3" name="Content Placeholder 2">
            <a:extLst>
              <a:ext uri="{FF2B5EF4-FFF2-40B4-BE49-F238E27FC236}">
                <a16:creationId xmlns:a16="http://schemas.microsoft.com/office/drawing/2014/main" id="{80CB088B-B798-3479-3561-BC0B1122392E}"/>
              </a:ext>
            </a:extLst>
          </p:cNvPr>
          <p:cNvSpPr>
            <a:spLocks noGrp="1"/>
          </p:cNvSpPr>
          <p:nvPr>
            <p:ph idx="1"/>
          </p:nvPr>
        </p:nvSpPr>
        <p:spPr>
          <a:xfrm>
            <a:off x="677334" y="1541002"/>
            <a:ext cx="8596668" cy="3880773"/>
          </a:xfrm>
        </p:spPr>
        <p:txBody>
          <a:bodyPr/>
          <a:lstStyle/>
          <a:p>
            <a:pPr algn="l"/>
            <a:r>
              <a:rPr lang="en-IN" sz="1800" b="0" i="0" u="none" strike="noStrike" baseline="0" dirty="0">
                <a:latin typeface="Palatino-Roman"/>
              </a:rPr>
              <a:t>The keyword #</a:t>
            </a:r>
            <a:r>
              <a:rPr lang="en-IN" sz="1800" b="0" i="0" u="none" strike="noStrike" baseline="0" dirty="0">
                <a:latin typeface="HelveticaNeue-Roman"/>
              </a:rPr>
              <a:t>PCDATA </a:t>
            </a:r>
            <a:r>
              <a:rPr lang="en-IN" sz="1800" b="0" i="0" u="none" strike="noStrike" baseline="0" dirty="0">
                <a:latin typeface="Palatino-Roman"/>
              </a:rPr>
              <a:t>indicates text data;</a:t>
            </a:r>
          </a:p>
          <a:p>
            <a:pPr algn="l"/>
            <a:r>
              <a:rPr lang="en-US" sz="1800" b="0" i="0" u="none" strike="noStrike" baseline="0" dirty="0">
                <a:latin typeface="Palatino-Roman"/>
              </a:rPr>
              <a:t>The allowable attributes for each element are also declared in the DTD. Unlike sub elements, no order is imposed on attributes.</a:t>
            </a:r>
          </a:p>
          <a:p>
            <a:pPr algn="l"/>
            <a:endParaRPr lang="en-IN" dirty="0"/>
          </a:p>
        </p:txBody>
      </p:sp>
      <p:pic>
        <p:nvPicPr>
          <p:cNvPr id="7" name="Picture 6" descr="A computer code with text&#10;&#10;AI-generated content may be incorrect.">
            <a:extLst>
              <a:ext uri="{FF2B5EF4-FFF2-40B4-BE49-F238E27FC236}">
                <a16:creationId xmlns:a16="http://schemas.microsoft.com/office/drawing/2014/main" id="{78527E01-F12B-C05B-97E4-08F1658B8F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4993" y="2861802"/>
            <a:ext cx="6839864" cy="3757108"/>
          </a:xfrm>
          <a:prstGeom prst="rect">
            <a:avLst/>
          </a:prstGeom>
        </p:spPr>
      </p:pic>
    </p:spTree>
    <p:extLst>
      <p:ext uri="{BB962C8B-B14F-4D97-AF65-F5344CB8AC3E}">
        <p14:creationId xmlns:p14="http://schemas.microsoft.com/office/powerpoint/2010/main" val="2635987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4B25B-B53F-7918-D78B-42A4CAB63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DB306-DD82-CF63-11FF-28E31B314280}"/>
              </a:ext>
            </a:extLst>
          </p:cNvPr>
          <p:cNvSpPr>
            <a:spLocks noGrp="1"/>
          </p:cNvSpPr>
          <p:nvPr>
            <p:ph type="title"/>
          </p:nvPr>
        </p:nvSpPr>
        <p:spPr/>
        <p:txBody>
          <a:bodyPr/>
          <a:lstStyle/>
          <a:p>
            <a:r>
              <a:rPr lang="en-IN" dirty="0"/>
              <a:t>Defining Attributes</a:t>
            </a:r>
          </a:p>
        </p:txBody>
      </p:sp>
      <p:sp>
        <p:nvSpPr>
          <p:cNvPr id="3" name="Content Placeholder 2">
            <a:extLst>
              <a:ext uri="{FF2B5EF4-FFF2-40B4-BE49-F238E27FC236}">
                <a16:creationId xmlns:a16="http://schemas.microsoft.com/office/drawing/2014/main" id="{7F735B68-8686-1FCA-7060-16D355CC0B17}"/>
              </a:ext>
            </a:extLst>
          </p:cNvPr>
          <p:cNvSpPr>
            <a:spLocks noGrp="1"/>
          </p:cNvSpPr>
          <p:nvPr>
            <p:ph idx="1"/>
          </p:nvPr>
        </p:nvSpPr>
        <p:spPr>
          <a:xfrm>
            <a:off x="677334" y="1541002"/>
            <a:ext cx="8596668" cy="3880773"/>
          </a:xfrm>
        </p:spPr>
        <p:txBody>
          <a:bodyPr/>
          <a:lstStyle/>
          <a:p>
            <a:pPr algn="l"/>
            <a:r>
              <a:rPr lang="en-US" sz="1800" b="0" i="0" u="none" strike="noStrike" baseline="0" dirty="0">
                <a:latin typeface="Palatino-Roman"/>
              </a:rPr>
              <a:t>An attribute of type </a:t>
            </a:r>
            <a:r>
              <a:rPr lang="en-US" sz="1800" b="0" i="0" u="none" strike="noStrike" baseline="0" dirty="0">
                <a:latin typeface="HelveticaNeue-Roman"/>
              </a:rPr>
              <a:t>ID </a:t>
            </a:r>
            <a:r>
              <a:rPr lang="en-US" sz="1800" b="0" i="0" u="none" strike="noStrike" baseline="0" dirty="0">
                <a:latin typeface="Palatino-Roman"/>
              </a:rPr>
              <a:t>provides a unique identifier for the element; a value that occurs in an </a:t>
            </a:r>
            <a:r>
              <a:rPr lang="en-US" sz="1800" b="0" i="0" u="none" strike="noStrike" baseline="0" dirty="0">
                <a:latin typeface="HelveticaNeue-Roman"/>
              </a:rPr>
              <a:t>ID </a:t>
            </a:r>
            <a:r>
              <a:rPr lang="en-US" sz="1800" b="0" i="0" u="none" strike="noStrike" baseline="0" dirty="0">
                <a:latin typeface="Palatino-Roman"/>
              </a:rPr>
              <a:t>attribute of an element must not occur in any other element </a:t>
            </a:r>
            <a:r>
              <a:rPr lang="en-IN" sz="1800" b="0" i="0" u="none" strike="noStrike" baseline="0" dirty="0">
                <a:latin typeface="Palatino-Roman"/>
              </a:rPr>
              <a:t>in the same document.</a:t>
            </a:r>
          </a:p>
          <a:p>
            <a:pPr algn="l"/>
            <a:r>
              <a:rPr lang="en-US" sz="1800" b="0" i="0" u="none" strike="noStrike" baseline="0" dirty="0">
                <a:latin typeface="Palatino-Roman"/>
              </a:rPr>
              <a:t>At most one attribute of an element is permitted to be of </a:t>
            </a:r>
            <a:r>
              <a:rPr lang="en-IN" sz="1800" b="0" i="0" u="none" strike="noStrike" baseline="0" dirty="0">
                <a:latin typeface="Palatino-Roman"/>
              </a:rPr>
              <a:t>type </a:t>
            </a:r>
            <a:r>
              <a:rPr lang="en-IN" sz="1800" b="0" i="0" u="none" strike="noStrike" baseline="0" dirty="0">
                <a:latin typeface="HelveticaNeue-Roman"/>
              </a:rPr>
              <a:t>ID</a:t>
            </a:r>
            <a:r>
              <a:rPr lang="en-IN" sz="1800" b="0" i="0" u="none" strike="noStrike" baseline="0" dirty="0">
                <a:latin typeface="Palatino-Roman"/>
              </a:rPr>
              <a:t>.</a:t>
            </a:r>
          </a:p>
          <a:p>
            <a:pPr algn="l"/>
            <a:endParaRPr lang="en-IN" dirty="0">
              <a:latin typeface="Palatino-Roman"/>
            </a:endParaRPr>
          </a:p>
          <a:p>
            <a:pPr algn="l"/>
            <a:r>
              <a:rPr lang="en-US" sz="1800" b="0" i="0" u="none" strike="noStrike" baseline="0" dirty="0">
                <a:latin typeface="Palatino-Roman"/>
              </a:rPr>
              <a:t>An attribute of type </a:t>
            </a:r>
            <a:r>
              <a:rPr lang="en-US" sz="1800" b="0" i="0" u="none" strike="noStrike" baseline="0" dirty="0">
                <a:latin typeface="HelveticaNeue-Roman"/>
              </a:rPr>
              <a:t>IDREF </a:t>
            </a:r>
            <a:r>
              <a:rPr lang="en-US" sz="1800" b="0" i="0" u="none" strike="noStrike" baseline="0" dirty="0">
                <a:latin typeface="Palatino-Roman"/>
              </a:rPr>
              <a:t>is a reference to an element; the attribute must contain a value that appears in the </a:t>
            </a:r>
            <a:r>
              <a:rPr lang="en-US" sz="1800" b="0" i="0" u="none" strike="noStrike" baseline="0" dirty="0">
                <a:latin typeface="HelveticaNeue-Roman"/>
              </a:rPr>
              <a:t>ID </a:t>
            </a:r>
            <a:r>
              <a:rPr lang="en-US" sz="1800" b="0" i="0" u="none" strike="noStrike" baseline="0" dirty="0">
                <a:latin typeface="Palatino-Roman"/>
              </a:rPr>
              <a:t>attribute of some element in the document.</a:t>
            </a:r>
          </a:p>
          <a:p>
            <a:pPr algn="l"/>
            <a:r>
              <a:rPr lang="en-US" sz="1800" b="0" i="0" u="none" strike="noStrike" baseline="0" dirty="0">
                <a:latin typeface="Palatino-Roman"/>
              </a:rPr>
              <a:t>The type </a:t>
            </a:r>
            <a:r>
              <a:rPr lang="en-US" sz="1800" b="0" i="0" u="none" strike="noStrike" baseline="0" dirty="0">
                <a:latin typeface="HelveticaNeue-Roman"/>
              </a:rPr>
              <a:t>IDREFS </a:t>
            </a:r>
            <a:r>
              <a:rPr lang="en-US" sz="1800" b="0" i="0" u="none" strike="noStrike" baseline="0" dirty="0">
                <a:latin typeface="Palatino-Roman"/>
              </a:rPr>
              <a:t>allows a list of references, separated by spaces.</a:t>
            </a:r>
            <a:endParaRPr lang="en-IN" dirty="0"/>
          </a:p>
        </p:txBody>
      </p:sp>
    </p:spTree>
    <p:extLst>
      <p:ext uri="{BB962C8B-B14F-4D97-AF65-F5344CB8AC3E}">
        <p14:creationId xmlns:p14="http://schemas.microsoft.com/office/powerpoint/2010/main" val="2413142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822A4-FB2E-123D-6241-7FE92AFB9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8154E-8CF1-C5A8-BD88-7F6DEDD2A387}"/>
              </a:ext>
            </a:extLst>
          </p:cNvPr>
          <p:cNvSpPr>
            <a:spLocks noGrp="1"/>
          </p:cNvSpPr>
          <p:nvPr>
            <p:ph type="title"/>
          </p:nvPr>
        </p:nvSpPr>
        <p:spPr>
          <a:xfrm>
            <a:off x="372534" y="0"/>
            <a:ext cx="8596668" cy="1320800"/>
          </a:xfrm>
        </p:spPr>
        <p:txBody>
          <a:bodyPr/>
          <a:lstStyle/>
          <a:p>
            <a:r>
              <a:rPr lang="en-IN" dirty="0"/>
              <a:t>Defining Attributes</a:t>
            </a:r>
          </a:p>
        </p:txBody>
      </p:sp>
      <p:pic>
        <p:nvPicPr>
          <p:cNvPr id="5" name="Content Placeholder 4">
            <a:extLst>
              <a:ext uri="{FF2B5EF4-FFF2-40B4-BE49-F238E27FC236}">
                <a16:creationId xmlns:a16="http://schemas.microsoft.com/office/drawing/2014/main" id="{DB34749C-899C-9DBD-4930-A7E4AEE0AC7A}"/>
              </a:ext>
            </a:extLst>
          </p:cNvPr>
          <p:cNvPicPr>
            <a:picLocks noGrp="1" noChangeAspect="1"/>
          </p:cNvPicPr>
          <p:nvPr>
            <p:ph idx="1"/>
          </p:nvPr>
        </p:nvPicPr>
        <p:blipFill>
          <a:blip r:embed="rId3"/>
          <a:stretch>
            <a:fillRect/>
          </a:stretch>
        </p:blipFill>
        <p:spPr>
          <a:xfrm>
            <a:off x="1503680" y="558182"/>
            <a:ext cx="7305039" cy="6201573"/>
          </a:xfrm>
        </p:spPr>
      </p:pic>
      <p:sp>
        <p:nvSpPr>
          <p:cNvPr id="6" name="Rectangle 5">
            <a:extLst>
              <a:ext uri="{FF2B5EF4-FFF2-40B4-BE49-F238E27FC236}">
                <a16:creationId xmlns:a16="http://schemas.microsoft.com/office/drawing/2014/main" id="{B1B53AC2-CB42-97C8-679B-328172C4955D}"/>
              </a:ext>
            </a:extLst>
          </p:cNvPr>
          <p:cNvSpPr/>
          <p:nvPr/>
        </p:nvSpPr>
        <p:spPr>
          <a:xfrm>
            <a:off x="3478696" y="2315817"/>
            <a:ext cx="4721087" cy="427383"/>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69780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FE760-39A9-E493-3B1C-7399E2C6C42E}"/>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0D27B99A-244D-8436-7F19-CDD97A009A7E}"/>
              </a:ext>
            </a:extLst>
          </p:cNvPr>
          <p:cNvSpPr>
            <a:spLocks noGrp="1"/>
          </p:cNvSpPr>
          <p:nvPr>
            <p:ph idx="1"/>
          </p:nvPr>
        </p:nvSpPr>
        <p:spPr/>
        <p:txBody>
          <a:bodyPr>
            <a:normAutofit/>
          </a:bodyPr>
          <a:lstStyle/>
          <a:p>
            <a:pPr algn="l"/>
            <a:r>
              <a:rPr lang="en-US" sz="1800" b="0" i="0" u="none" strike="noStrike" baseline="0" dirty="0">
                <a:latin typeface="Palatino-Roman"/>
              </a:rPr>
              <a:t>Individual text elements and attributes cannot be typed further. For </a:t>
            </a:r>
            <a:r>
              <a:rPr lang="en-US" sz="1800" b="0" i="0" u="none" strike="noStrike" baseline="0" dirty="0" err="1">
                <a:latin typeface="Palatino-Roman"/>
              </a:rPr>
              <a:t>instance,he</a:t>
            </a:r>
            <a:r>
              <a:rPr lang="en-US" sz="1800" b="0" i="0" u="none" strike="noStrike" baseline="0" dirty="0">
                <a:latin typeface="Palatino-Roman"/>
              </a:rPr>
              <a:t> element </a:t>
            </a:r>
            <a:r>
              <a:rPr lang="en-US" sz="1800" b="0" i="0" u="none" strike="noStrike" baseline="0" dirty="0">
                <a:latin typeface="HelveticaNeue-Roman"/>
              </a:rPr>
              <a:t>balance </a:t>
            </a:r>
            <a:r>
              <a:rPr lang="en-US" sz="1800" b="0" i="0" u="none" strike="noStrike" baseline="0" dirty="0">
                <a:latin typeface="Palatino-Roman"/>
              </a:rPr>
              <a:t>cannot be constrained to be a positive number. The lack of such constraints is problematic for data processing and exchange applications, which must then contain code to verify the types of elements </a:t>
            </a:r>
            <a:r>
              <a:rPr lang="en-IN" sz="1800" b="0" i="0" u="none" strike="noStrike" baseline="0" dirty="0">
                <a:latin typeface="Palatino-Roman"/>
              </a:rPr>
              <a:t>and attributes.</a:t>
            </a:r>
          </a:p>
          <a:p>
            <a:pPr algn="l"/>
            <a:r>
              <a:rPr lang="en-US" sz="1800" b="0" i="0" u="none" strike="noStrike" baseline="0" dirty="0">
                <a:latin typeface="Palatino-Roman"/>
              </a:rPr>
              <a:t>It is difficult to use the DTD mechanism to specify unordered sets of </a:t>
            </a:r>
            <a:r>
              <a:rPr lang="en-US" sz="1800" b="0" i="0" u="none" strike="noStrike" baseline="0" dirty="0" err="1">
                <a:latin typeface="Palatino-Roman"/>
              </a:rPr>
              <a:t>subelements</a:t>
            </a:r>
            <a:r>
              <a:rPr lang="en-US" sz="1800" b="0" i="0" u="none" strike="noStrike" baseline="0" dirty="0">
                <a:latin typeface="Palatino-Roman"/>
              </a:rPr>
              <a:t>. Order is seldom important for data exchange (unlike document layout, where it is crucial). While the combination of alternation (the </a:t>
            </a:r>
            <a:r>
              <a:rPr lang="en-US" sz="1800" b="0" i="0" u="none" strike="noStrike" baseline="0" dirty="0">
                <a:latin typeface="MTSY"/>
              </a:rPr>
              <a:t>| </a:t>
            </a:r>
            <a:r>
              <a:rPr lang="en-US" sz="1800" b="0" i="0" u="none" strike="noStrike" baseline="0" dirty="0">
                <a:latin typeface="Palatino-Roman"/>
              </a:rPr>
              <a:t>operation)and the </a:t>
            </a:r>
            <a:r>
              <a:rPr lang="en-US" sz="1800" b="0" i="0" u="none" strike="noStrike" baseline="0" dirty="0">
                <a:latin typeface="MTSY"/>
              </a:rPr>
              <a:t>∗ </a:t>
            </a:r>
            <a:r>
              <a:rPr lang="en-US" sz="1800" b="0" i="0" u="none" strike="noStrike" baseline="0" dirty="0">
                <a:latin typeface="Palatino-Roman"/>
              </a:rPr>
              <a:t>or the </a:t>
            </a:r>
            <a:r>
              <a:rPr lang="en-US" sz="1800" b="0" i="0" u="none" strike="noStrike" baseline="0" dirty="0">
                <a:latin typeface="MTSY"/>
              </a:rPr>
              <a:t>+ </a:t>
            </a:r>
            <a:r>
              <a:rPr lang="en-US" sz="1800" b="0" i="0" u="none" strike="noStrike" baseline="0" dirty="0">
                <a:latin typeface="Palatino-Roman"/>
              </a:rPr>
              <a:t>operation permits the specification of unordered collections of tags, it is much more difficult to specify that each tag</a:t>
            </a:r>
            <a:r>
              <a:rPr lang="en-IN" sz="1800" b="0" i="0" u="none" strike="noStrike" baseline="0" dirty="0">
                <a:latin typeface="Palatino-Roman"/>
              </a:rPr>
              <a:t>may only appear once.</a:t>
            </a:r>
            <a:endParaRPr lang="en-IN" dirty="0"/>
          </a:p>
        </p:txBody>
      </p:sp>
    </p:spTree>
    <p:extLst>
      <p:ext uri="{BB962C8B-B14F-4D97-AF65-F5344CB8AC3E}">
        <p14:creationId xmlns:p14="http://schemas.microsoft.com/office/powerpoint/2010/main" val="2274804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C3D4C-19DE-473F-16FB-A6D4ABD8E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82F84-29B5-D572-A41D-F1A08421C767}"/>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A0B2BB64-B5F8-2D8B-0655-16B7D0A3C8B9}"/>
              </a:ext>
            </a:extLst>
          </p:cNvPr>
          <p:cNvSpPr>
            <a:spLocks noGrp="1"/>
          </p:cNvSpPr>
          <p:nvPr>
            <p:ph idx="1"/>
          </p:nvPr>
        </p:nvSpPr>
        <p:spPr/>
        <p:txBody>
          <a:bodyPr>
            <a:normAutofit/>
          </a:bodyPr>
          <a:lstStyle/>
          <a:p>
            <a:pPr algn="l"/>
            <a:r>
              <a:rPr lang="en-US" sz="1800" b="0" i="0" u="none" strike="noStrike" baseline="0" dirty="0">
                <a:latin typeface="Palatino-Roman"/>
              </a:rPr>
              <a:t>There is a lack of typing in </a:t>
            </a:r>
            <a:r>
              <a:rPr lang="en-US" sz="1800" b="0" i="0" u="none" strike="noStrike" baseline="0" dirty="0">
                <a:latin typeface="HelveticaNeue-Roman"/>
              </a:rPr>
              <a:t>ID</a:t>
            </a:r>
            <a:r>
              <a:rPr lang="en-US" sz="1800" b="0" i="0" u="none" strike="noStrike" baseline="0" dirty="0">
                <a:latin typeface="Palatino-Roman"/>
              </a:rPr>
              <a:t>s and </a:t>
            </a:r>
            <a:r>
              <a:rPr lang="en-US" sz="1800" b="0" i="0" u="none" strike="noStrike" baseline="0" dirty="0">
                <a:latin typeface="HelveticaNeue-Roman"/>
              </a:rPr>
              <a:t>IDREFS</a:t>
            </a:r>
            <a:r>
              <a:rPr lang="en-US" sz="1800" b="0" i="0" u="none" strike="noStrike" baseline="0" dirty="0">
                <a:latin typeface="Palatino-Roman"/>
              </a:rPr>
              <a:t>s. Thus, there is no way to specify the type of element to which an </a:t>
            </a:r>
            <a:r>
              <a:rPr lang="en-US" sz="1800" b="0" i="0" u="none" strike="noStrike" baseline="0" dirty="0">
                <a:latin typeface="HelveticaNeue-Roman"/>
              </a:rPr>
              <a:t>IDREF </a:t>
            </a:r>
            <a:r>
              <a:rPr lang="en-US" sz="1800" b="0" i="0" u="none" strike="noStrike" baseline="0" dirty="0">
                <a:latin typeface="Palatino-Roman"/>
              </a:rPr>
              <a:t>or </a:t>
            </a:r>
            <a:r>
              <a:rPr lang="en-US" sz="1800" b="0" i="0" u="none" strike="noStrike" baseline="0" dirty="0">
                <a:latin typeface="HelveticaNeue-Roman"/>
              </a:rPr>
              <a:t>IDREFS </a:t>
            </a:r>
            <a:r>
              <a:rPr lang="en-US" sz="1800" b="0" i="0" u="none" strike="noStrike" baseline="0" dirty="0">
                <a:latin typeface="Palatino-Roman"/>
              </a:rPr>
              <a:t>attribute should refer. As a result, the DTD in Figure 23.10 does not prevent the </a:t>
            </a:r>
            <a:r>
              <a:rPr lang="en-US" sz="1800" b="0" i="0" u="none" strike="noStrike" baseline="0" dirty="0">
                <a:latin typeface="TimesNewRomanPSMT"/>
              </a:rPr>
              <a:t>“</a:t>
            </a:r>
            <a:r>
              <a:rPr lang="en-US" sz="1800" b="0" i="0" u="none" strike="noStrike" baseline="0" dirty="0">
                <a:latin typeface="HelveticaNeue-Roman"/>
              </a:rPr>
              <a:t>dept name</a:t>
            </a:r>
            <a:r>
              <a:rPr lang="en-US" sz="1800" b="0" i="0" u="none" strike="noStrike" baseline="0" dirty="0">
                <a:latin typeface="TimesNewRomanPSMT"/>
              </a:rPr>
              <a:t>” </a:t>
            </a:r>
            <a:r>
              <a:rPr lang="en-US" sz="1800" b="0" i="0" u="none" strike="noStrike" baseline="0" dirty="0">
                <a:latin typeface="Palatino-Roman"/>
              </a:rPr>
              <a:t>attribute of a course element from referring to other courses, even though this makes no </a:t>
            </a:r>
            <a:r>
              <a:rPr lang="en-IN" sz="1800" b="0" i="0" u="none" strike="noStrike" baseline="0" dirty="0">
                <a:latin typeface="Palatino-Roman"/>
              </a:rPr>
              <a:t>sense.</a:t>
            </a:r>
            <a:endParaRPr lang="en-IN" dirty="0"/>
          </a:p>
        </p:txBody>
      </p:sp>
    </p:spTree>
    <p:extLst>
      <p:ext uri="{BB962C8B-B14F-4D97-AF65-F5344CB8AC3E}">
        <p14:creationId xmlns:p14="http://schemas.microsoft.com/office/powerpoint/2010/main" val="1329976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8199C-393F-7C91-F3B6-DE2581BF9509}"/>
              </a:ext>
            </a:extLst>
          </p:cNvPr>
          <p:cNvSpPr>
            <a:spLocks noGrp="1"/>
          </p:cNvSpPr>
          <p:nvPr>
            <p:ph type="title"/>
          </p:nvPr>
        </p:nvSpPr>
        <p:spPr/>
        <p:txBody>
          <a:bodyPr/>
          <a:lstStyle/>
          <a:p>
            <a:r>
              <a:rPr lang="en-IN" dirty="0"/>
              <a:t>XML Schema</a:t>
            </a:r>
          </a:p>
        </p:txBody>
      </p:sp>
      <p:sp>
        <p:nvSpPr>
          <p:cNvPr id="3" name="Content Placeholder 2">
            <a:extLst>
              <a:ext uri="{FF2B5EF4-FFF2-40B4-BE49-F238E27FC236}">
                <a16:creationId xmlns:a16="http://schemas.microsoft.com/office/drawing/2014/main" id="{EC307745-F518-D673-898A-D23DD1635A44}"/>
              </a:ext>
            </a:extLst>
          </p:cNvPr>
          <p:cNvSpPr>
            <a:spLocks noGrp="1"/>
          </p:cNvSpPr>
          <p:nvPr>
            <p:ph idx="1"/>
          </p:nvPr>
        </p:nvSpPr>
        <p:spPr/>
        <p:txBody>
          <a:bodyPr/>
          <a:lstStyle/>
          <a:p>
            <a:pPr algn="l"/>
            <a:r>
              <a:rPr lang="en-US" sz="1800" b="0" i="0" u="none" strike="noStrike" baseline="0" dirty="0">
                <a:solidFill>
                  <a:srgbClr val="000000"/>
                </a:solidFill>
                <a:latin typeface="Palatino-Roman"/>
              </a:rPr>
              <a:t>An effort to redress the deficiencies of the DTD mechanism resulted in the development of a more sophisticated schema language, </a:t>
            </a:r>
            <a:r>
              <a:rPr lang="en-US" sz="1800" b="1" i="0" u="none" strike="noStrike" baseline="0" dirty="0">
                <a:solidFill>
                  <a:schemeClr val="accent2">
                    <a:lumMod val="75000"/>
                  </a:schemeClr>
                </a:solidFill>
                <a:latin typeface="Palatino-Bold"/>
              </a:rPr>
              <a:t>XML Schema</a:t>
            </a:r>
            <a:r>
              <a:rPr lang="en-US" sz="1800" b="0" i="0" u="none" strike="noStrike" baseline="0" dirty="0">
                <a:solidFill>
                  <a:srgbClr val="000000"/>
                </a:solidFill>
                <a:latin typeface="Palatino-Roman"/>
              </a:rPr>
              <a:t>.</a:t>
            </a:r>
          </a:p>
          <a:p>
            <a:pPr algn="l"/>
            <a:r>
              <a:rPr lang="en-US" sz="1800" b="0" i="0" u="none" strike="noStrike" baseline="0" dirty="0">
                <a:latin typeface="Palatino-Roman"/>
              </a:rPr>
              <a:t>XML Schema defines a number of built-in types such as </a:t>
            </a:r>
            <a:r>
              <a:rPr lang="en-US" sz="1800" b="0" i="0" u="none" strike="noStrike" baseline="0" dirty="0">
                <a:latin typeface="HelveticaNeue-Roman"/>
              </a:rPr>
              <a:t>string</a:t>
            </a:r>
            <a:r>
              <a:rPr lang="en-US" sz="1800" b="0" i="0" u="none" strike="noStrike" baseline="0" dirty="0">
                <a:latin typeface="Palatino-Roman"/>
              </a:rPr>
              <a:t>, </a:t>
            </a:r>
            <a:r>
              <a:rPr lang="en-US" sz="1800" b="0" i="0" u="none" strike="noStrike" baseline="0" dirty="0">
                <a:latin typeface="HelveticaNeue-Roman"/>
              </a:rPr>
              <a:t>integer</a:t>
            </a:r>
            <a:r>
              <a:rPr lang="en-US" sz="1800" b="0" i="0" u="none" strike="noStrike" baseline="0" dirty="0">
                <a:latin typeface="Palatino-Roman"/>
              </a:rPr>
              <a:t>, </a:t>
            </a:r>
            <a:r>
              <a:rPr lang="en-US" sz="1800" b="0" i="0" u="none" strike="noStrike" baseline="0" dirty="0">
                <a:latin typeface="HelveticaNeue-Roman"/>
              </a:rPr>
              <a:t>decimal date</a:t>
            </a:r>
            <a:r>
              <a:rPr lang="en-US" sz="1800" b="0" i="0" u="none" strike="noStrike" baseline="0" dirty="0">
                <a:latin typeface="Palatino-Roman"/>
              </a:rPr>
              <a:t>, and </a:t>
            </a:r>
            <a:r>
              <a:rPr lang="en-US" sz="1800" b="0" i="0" u="none" strike="noStrike" baseline="0" dirty="0" err="1">
                <a:latin typeface="HelveticaNeue-Roman"/>
              </a:rPr>
              <a:t>boolean</a:t>
            </a:r>
            <a:r>
              <a:rPr lang="en-US" sz="1800" b="0" i="0" u="none" strike="noStrike" baseline="0" dirty="0">
                <a:latin typeface="Palatino-Roman"/>
              </a:rPr>
              <a:t>. In addition, it allows user-defined types; these may be simple types with added restrictions, or complex types constructed using constructors such as </a:t>
            </a:r>
            <a:r>
              <a:rPr lang="en-US" sz="1800" b="0" i="0" u="none" strike="noStrike" baseline="0" dirty="0" err="1">
                <a:latin typeface="HelveticaNeue-Roman"/>
              </a:rPr>
              <a:t>complexType</a:t>
            </a:r>
            <a:r>
              <a:rPr lang="en-US" sz="1800" b="0" i="0" u="none" strike="noStrike" baseline="0" dirty="0">
                <a:latin typeface="HelveticaNeue-Roman"/>
              </a:rPr>
              <a:t> </a:t>
            </a:r>
            <a:r>
              <a:rPr lang="en-US" sz="1800" b="0" i="0" u="none" strike="noStrike" baseline="0" dirty="0">
                <a:latin typeface="Palatino-Roman"/>
              </a:rPr>
              <a:t>and </a:t>
            </a:r>
            <a:r>
              <a:rPr lang="en-US" sz="1800" b="0" i="0" u="none" strike="noStrike" baseline="0" dirty="0">
                <a:latin typeface="HelveticaNeue-Roman"/>
              </a:rPr>
              <a:t>sequence</a:t>
            </a:r>
            <a:endParaRPr lang="en-IN" dirty="0"/>
          </a:p>
        </p:txBody>
      </p:sp>
    </p:spTree>
    <p:extLst>
      <p:ext uri="{BB962C8B-B14F-4D97-AF65-F5344CB8AC3E}">
        <p14:creationId xmlns:p14="http://schemas.microsoft.com/office/powerpoint/2010/main" val="3898492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7B539-3289-F1F2-75CB-F0FC774B1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0B1C4-3B5C-FF50-9F90-A92F657E864A}"/>
              </a:ext>
            </a:extLst>
          </p:cNvPr>
          <p:cNvSpPr>
            <a:spLocks noGrp="1"/>
          </p:cNvSpPr>
          <p:nvPr>
            <p:ph type="title"/>
          </p:nvPr>
        </p:nvSpPr>
        <p:spPr/>
        <p:txBody>
          <a:bodyPr/>
          <a:lstStyle/>
          <a:p>
            <a:r>
              <a:rPr lang="en-IN" dirty="0"/>
              <a:t>XML Schema</a:t>
            </a:r>
          </a:p>
        </p:txBody>
      </p:sp>
      <p:sp>
        <p:nvSpPr>
          <p:cNvPr id="3" name="Content Placeholder 2">
            <a:extLst>
              <a:ext uri="{FF2B5EF4-FFF2-40B4-BE49-F238E27FC236}">
                <a16:creationId xmlns:a16="http://schemas.microsoft.com/office/drawing/2014/main" id="{F6F5A6CE-EA75-66B8-2BD9-F5AE529C0EB6}"/>
              </a:ext>
            </a:extLst>
          </p:cNvPr>
          <p:cNvSpPr>
            <a:spLocks noGrp="1"/>
          </p:cNvSpPr>
          <p:nvPr>
            <p:ph idx="1"/>
          </p:nvPr>
        </p:nvSpPr>
        <p:spPr/>
        <p:txBody>
          <a:bodyPr/>
          <a:lstStyle/>
          <a:p>
            <a:pPr algn="l"/>
            <a:r>
              <a:rPr lang="en-US" dirty="0">
                <a:latin typeface="Palatino-Roman"/>
              </a:rPr>
              <a:t>To distinguish </a:t>
            </a:r>
            <a:r>
              <a:rPr lang="en-US" b="1" dirty="0">
                <a:latin typeface="Palatino-Roman"/>
              </a:rPr>
              <a:t>built-in XML Schema tags</a:t>
            </a:r>
            <a:r>
              <a:rPr lang="en-US" dirty="0">
                <a:latin typeface="Palatino-Roman"/>
              </a:rPr>
              <a:t> from your </a:t>
            </a:r>
            <a:r>
              <a:rPr lang="en-US" b="1" dirty="0">
                <a:latin typeface="Palatino-Roman"/>
              </a:rPr>
              <a:t>custom-defined tags</a:t>
            </a:r>
            <a:r>
              <a:rPr lang="en-US" dirty="0">
                <a:latin typeface="Palatino-Roman"/>
              </a:rPr>
              <a:t>, we use a </a:t>
            </a:r>
            <a:r>
              <a:rPr lang="en-US" b="1" dirty="0">
                <a:latin typeface="Palatino-Roman"/>
              </a:rPr>
              <a:t>namespace prefix</a:t>
            </a:r>
            <a:r>
              <a:rPr lang="en-US" dirty="0">
                <a:latin typeface="Palatino-Roman"/>
              </a:rPr>
              <a:t>, usually </a:t>
            </a:r>
            <a:r>
              <a:rPr lang="en-US" dirty="0" err="1">
                <a:latin typeface="Palatino-Roman"/>
              </a:rPr>
              <a:t>xs</a:t>
            </a:r>
            <a:r>
              <a:rPr lang="en-US" dirty="0">
                <a:latin typeface="Palatino-Roman"/>
              </a:rPr>
              <a:t>:</a:t>
            </a:r>
          </a:p>
          <a:p>
            <a:pPr algn="l"/>
            <a:endParaRPr lang="en-IN" dirty="0">
              <a:latin typeface="Palatino-Roman"/>
            </a:endParaRPr>
          </a:p>
        </p:txBody>
      </p:sp>
      <p:pic>
        <p:nvPicPr>
          <p:cNvPr id="5" name="Picture 4">
            <a:extLst>
              <a:ext uri="{FF2B5EF4-FFF2-40B4-BE49-F238E27FC236}">
                <a16:creationId xmlns:a16="http://schemas.microsoft.com/office/drawing/2014/main" id="{8D8D4A16-F179-F299-BE71-789BFD065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942" y="3357933"/>
            <a:ext cx="8896155" cy="876136"/>
          </a:xfrm>
          <a:prstGeom prst="rect">
            <a:avLst/>
          </a:prstGeom>
        </p:spPr>
      </p:pic>
    </p:spTree>
    <p:extLst>
      <p:ext uri="{BB962C8B-B14F-4D97-AF65-F5344CB8AC3E}">
        <p14:creationId xmlns:p14="http://schemas.microsoft.com/office/powerpoint/2010/main" val="893674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A88C6-A451-1DED-67DE-CB743BB3F670}"/>
            </a:ext>
          </a:extLst>
        </p:cNvPr>
        <p:cNvGrpSpPr/>
        <p:nvPr/>
      </p:nvGrpSpPr>
      <p:grpSpPr>
        <a:xfrm>
          <a:off x="0" y="0"/>
          <a:ext cx="0" cy="0"/>
          <a:chOff x="0" y="0"/>
          <a:chExt cx="0" cy="0"/>
        </a:xfrm>
      </p:grpSpPr>
      <p:pic>
        <p:nvPicPr>
          <p:cNvPr id="6" name="Content Placeholder 5" descr="A screenshot of a computer code&#10;&#10;AI-generated content may be incorrect.">
            <a:extLst>
              <a:ext uri="{FF2B5EF4-FFF2-40B4-BE49-F238E27FC236}">
                <a16:creationId xmlns:a16="http://schemas.microsoft.com/office/drawing/2014/main" id="{B7C415A4-F296-C343-8090-BF6C0D642B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6288" y="119269"/>
            <a:ext cx="8090451" cy="6663950"/>
          </a:xfrm>
        </p:spPr>
      </p:pic>
      <p:sp>
        <p:nvSpPr>
          <p:cNvPr id="9" name="Rectangle 8">
            <a:extLst>
              <a:ext uri="{FF2B5EF4-FFF2-40B4-BE49-F238E27FC236}">
                <a16:creationId xmlns:a16="http://schemas.microsoft.com/office/drawing/2014/main" id="{DD5439AE-05D2-0F23-D5D5-F87D4D2586A6}"/>
              </a:ext>
            </a:extLst>
          </p:cNvPr>
          <p:cNvSpPr/>
          <p:nvPr/>
        </p:nvSpPr>
        <p:spPr>
          <a:xfrm>
            <a:off x="1818861" y="874643"/>
            <a:ext cx="6599582" cy="20375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1866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CE265-DB11-D5C3-523F-45E945A8EECA}"/>
              </a:ext>
            </a:extLst>
          </p:cNvPr>
          <p:cNvSpPr>
            <a:spLocks noGrp="1"/>
          </p:cNvSpPr>
          <p:nvPr>
            <p:ph type="title"/>
          </p:nvPr>
        </p:nvSpPr>
        <p:spPr/>
        <p:txBody>
          <a:bodyPr/>
          <a:lstStyle/>
          <a:p>
            <a:r>
              <a:rPr lang="en-IN" dirty="0"/>
              <a:t>XML Schema</a:t>
            </a:r>
          </a:p>
        </p:txBody>
      </p:sp>
      <p:sp>
        <p:nvSpPr>
          <p:cNvPr id="3" name="Content Placeholder 2">
            <a:extLst>
              <a:ext uri="{FF2B5EF4-FFF2-40B4-BE49-F238E27FC236}">
                <a16:creationId xmlns:a16="http://schemas.microsoft.com/office/drawing/2014/main" id="{8B1B8F86-53CF-93B4-73F4-EAD597AF151F}"/>
              </a:ext>
            </a:extLst>
          </p:cNvPr>
          <p:cNvSpPr>
            <a:spLocks noGrp="1"/>
          </p:cNvSpPr>
          <p:nvPr>
            <p:ph idx="1"/>
          </p:nvPr>
        </p:nvSpPr>
        <p:spPr/>
        <p:txBody>
          <a:bodyPr/>
          <a:lstStyle/>
          <a:p>
            <a:pPr algn="l"/>
            <a:r>
              <a:rPr lang="en-US" sz="1800" b="0" i="0" u="none" strike="noStrike" baseline="0" dirty="0">
                <a:latin typeface="Palatino-Roman"/>
              </a:rPr>
              <a:t>The type of </a:t>
            </a:r>
            <a:r>
              <a:rPr lang="en-US" sz="1800" b="0" i="0" u="none" strike="noStrike" baseline="0" dirty="0">
                <a:latin typeface="HelveticaNeue-Roman"/>
              </a:rPr>
              <a:t>department </a:t>
            </a:r>
            <a:r>
              <a:rPr lang="en-US" sz="1800" b="0" i="0" u="none" strike="noStrike" baseline="0" dirty="0">
                <a:latin typeface="Palatino-Roman"/>
              </a:rPr>
              <a:t>is defined to be a complex type, which is further specified to consist of a sequence of elements </a:t>
            </a:r>
            <a:r>
              <a:rPr lang="en-US" sz="1800" b="0" i="0" u="none" strike="noStrike" baseline="0" dirty="0">
                <a:latin typeface="HelveticaNeue-Roman"/>
              </a:rPr>
              <a:t>dept name</a:t>
            </a:r>
            <a:r>
              <a:rPr lang="en-US" sz="1800" b="0" i="0" u="none" strike="noStrike" baseline="0" dirty="0">
                <a:latin typeface="Palatino-Roman"/>
              </a:rPr>
              <a:t>, </a:t>
            </a:r>
            <a:r>
              <a:rPr lang="en-US" sz="1800" b="0" i="0" u="none" strike="noStrike" baseline="0" dirty="0">
                <a:latin typeface="HelveticaNeue-Roman"/>
              </a:rPr>
              <a:t>building</a:t>
            </a:r>
            <a:r>
              <a:rPr lang="en-US" sz="1800" b="0" i="0" u="none" strike="noStrike" baseline="0" dirty="0">
                <a:latin typeface="Palatino-Roman"/>
              </a:rPr>
              <a:t>, and </a:t>
            </a:r>
            <a:r>
              <a:rPr lang="en-US" sz="1800" b="0" i="0" u="none" strike="noStrike" baseline="0" dirty="0">
                <a:latin typeface="HelveticaNeue-Roman"/>
              </a:rPr>
              <a:t>budget</a:t>
            </a:r>
            <a:r>
              <a:rPr lang="en-US" sz="1800" b="0" i="0" u="none" strike="noStrike" baseline="0" dirty="0">
                <a:latin typeface="Palatino-Roman"/>
              </a:rPr>
              <a:t>.</a:t>
            </a:r>
          </a:p>
          <a:p>
            <a:pPr algn="l"/>
            <a:r>
              <a:rPr lang="en-US" sz="1800" b="0" i="0" u="none" strike="noStrike" baseline="0" dirty="0">
                <a:latin typeface="Palatino-Roman"/>
              </a:rPr>
              <a:t>Any type that has either attributes or nested </a:t>
            </a:r>
            <a:r>
              <a:rPr lang="en-US" sz="1800" b="0" i="0" u="none" strike="noStrike" baseline="0" dirty="0" err="1">
                <a:latin typeface="Palatino-Roman"/>
              </a:rPr>
              <a:t>subelements</a:t>
            </a:r>
            <a:r>
              <a:rPr lang="en-US" sz="1800" b="0" i="0" u="none" strike="noStrike" baseline="0" dirty="0">
                <a:latin typeface="Palatino-Roman"/>
              </a:rPr>
              <a:t> must be specified to be </a:t>
            </a:r>
            <a:r>
              <a:rPr lang="en-IN" sz="1800" b="0" i="0" u="none" strike="noStrike" baseline="0" dirty="0">
                <a:latin typeface="Palatino-Roman"/>
              </a:rPr>
              <a:t>a complex type.</a:t>
            </a:r>
            <a:endParaRPr lang="en-IN" dirty="0"/>
          </a:p>
        </p:txBody>
      </p:sp>
    </p:spTree>
    <p:extLst>
      <p:ext uri="{BB962C8B-B14F-4D97-AF65-F5344CB8AC3E}">
        <p14:creationId xmlns:p14="http://schemas.microsoft.com/office/powerpoint/2010/main" val="257514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EF72C-74A7-077A-277F-1E957771DA22}"/>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B92B731-9678-2968-936F-50E3E276C335}"/>
              </a:ext>
            </a:extLst>
          </p:cNvPr>
          <p:cNvPicPr>
            <a:picLocks noGrp="1" noChangeAspect="1"/>
          </p:cNvPicPr>
          <p:nvPr>
            <p:ph idx="1"/>
          </p:nvPr>
        </p:nvPicPr>
        <p:blipFill>
          <a:blip r:embed="rId2"/>
          <a:stretch>
            <a:fillRect/>
          </a:stretch>
        </p:blipFill>
        <p:spPr>
          <a:xfrm>
            <a:off x="1102518" y="79513"/>
            <a:ext cx="8916125" cy="6225604"/>
          </a:xfrm>
        </p:spPr>
      </p:pic>
    </p:spTree>
    <p:extLst>
      <p:ext uri="{BB962C8B-B14F-4D97-AF65-F5344CB8AC3E}">
        <p14:creationId xmlns:p14="http://schemas.microsoft.com/office/powerpoint/2010/main" val="3187642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AC276-2404-B6C4-DB18-4269B7639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131F7-DB5B-9243-3AFC-3CECE6FC5CFB}"/>
              </a:ext>
            </a:extLst>
          </p:cNvPr>
          <p:cNvSpPr>
            <a:spLocks noGrp="1"/>
          </p:cNvSpPr>
          <p:nvPr>
            <p:ph type="title"/>
          </p:nvPr>
        </p:nvSpPr>
        <p:spPr/>
        <p:txBody>
          <a:bodyPr/>
          <a:lstStyle/>
          <a:p>
            <a:r>
              <a:rPr lang="en-IN" dirty="0"/>
              <a:t>XML Schema</a:t>
            </a:r>
          </a:p>
        </p:txBody>
      </p:sp>
      <p:sp>
        <p:nvSpPr>
          <p:cNvPr id="3" name="Content Placeholder 2">
            <a:extLst>
              <a:ext uri="{FF2B5EF4-FFF2-40B4-BE49-F238E27FC236}">
                <a16:creationId xmlns:a16="http://schemas.microsoft.com/office/drawing/2014/main" id="{52EC6008-0994-D7DC-96FB-AF861F94DAFB}"/>
              </a:ext>
            </a:extLst>
          </p:cNvPr>
          <p:cNvSpPr>
            <a:spLocks noGrp="1"/>
          </p:cNvSpPr>
          <p:nvPr>
            <p:ph idx="1"/>
          </p:nvPr>
        </p:nvSpPr>
        <p:spPr>
          <a:xfrm>
            <a:off x="677334" y="1349054"/>
            <a:ext cx="8596668" cy="3880773"/>
          </a:xfrm>
        </p:spPr>
        <p:txBody>
          <a:bodyPr/>
          <a:lstStyle/>
          <a:p>
            <a:pPr algn="l"/>
            <a:r>
              <a:rPr lang="en-US" sz="1800" b="0" i="0" u="none" strike="noStrike" baseline="0" dirty="0">
                <a:latin typeface="Palatino-Roman"/>
              </a:rPr>
              <a:t>We can use the </a:t>
            </a:r>
            <a:r>
              <a:rPr lang="en-US" sz="1800" b="0" i="0" u="none" strike="noStrike" baseline="0" dirty="0" err="1">
                <a:latin typeface="HelveticaNeue-Roman"/>
              </a:rPr>
              <a:t>xs:complexType</a:t>
            </a:r>
            <a:r>
              <a:rPr lang="en-US" sz="1800" b="0" i="0" u="none" strike="noStrike" baseline="0" dirty="0">
                <a:latin typeface="HelveticaNeue-Roman"/>
              </a:rPr>
              <a:t> </a:t>
            </a:r>
            <a:r>
              <a:rPr lang="en-US" sz="1800" b="0" i="0" u="none" strike="noStrike" baseline="0" dirty="0">
                <a:latin typeface="Palatino-Roman"/>
              </a:rPr>
              <a:t>element to create named complex types</a:t>
            </a:r>
          </a:p>
          <a:p>
            <a:pPr algn="l"/>
            <a:endParaRPr lang="en-US" dirty="0">
              <a:latin typeface="Palatino-Roman"/>
            </a:endParaRPr>
          </a:p>
          <a:p>
            <a:pPr algn="l"/>
            <a:endParaRPr lang="en-IN" dirty="0"/>
          </a:p>
        </p:txBody>
      </p:sp>
      <p:pic>
        <p:nvPicPr>
          <p:cNvPr id="5" name="Picture 4" descr="A screenshot of a computer code&#10;&#10;AI-generated content may be incorrect.">
            <a:extLst>
              <a:ext uri="{FF2B5EF4-FFF2-40B4-BE49-F238E27FC236}">
                <a16:creationId xmlns:a16="http://schemas.microsoft.com/office/drawing/2014/main" id="{22EFE095-E0E2-2C7F-7ED8-BEC0E5EFD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673" y="1930400"/>
            <a:ext cx="9647095" cy="3088861"/>
          </a:xfrm>
          <a:prstGeom prst="rect">
            <a:avLst/>
          </a:prstGeom>
        </p:spPr>
      </p:pic>
    </p:spTree>
    <p:extLst>
      <p:ext uri="{BB962C8B-B14F-4D97-AF65-F5344CB8AC3E}">
        <p14:creationId xmlns:p14="http://schemas.microsoft.com/office/powerpoint/2010/main" val="1863223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0618D-B068-05B2-50A4-EE0A36D91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DC144-2180-1F1B-0662-3AF3D75DBCFF}"/>
              </a:ext>
            </a:extLst>
          </p:cNvPr>
          <p:cNvSpPr>
            <a:spLocks noGrp="1"/>
          </p:cNvSpPr>
          <p:nvPr>
            <p:ph type="title"/>
          </p:nvPr>
        </p:nvSpPr>
        <p:spPr/>
        <p:txBody>
          <a:bodyPr/>
          <a:lstStyle/>
          <a:p>
            <a:r>
              <a:rPr lang="en-IN" dirty="0"/>
              <a:t>XML Schema</a:t>
            </a:r>
          </a:p>
        </p:txBody>
      </p:sp>
      <p:sp>
        <p:nvSpPr>
          <p:cNvPr id="3" name="Content Placeholder 2">
            <a:extLst>
              <a:ext uri="{FF2B5EF4-FFF2-40B4-BE49-F238E27FC236}">
                <a16:creationId xmlns:a16="http://schemas.microsoft.com/office/drawing/2014/main" id="{6BE0A76D-E60A-14D4-10B5-154666890F32}"/>
              </a:ext>
            </a:extLst>
          </p:cNvPr>
          <p:cNvSpPr>
            <a:spLocks noGrp="1"/>
          </p:cNvSpPr>
          <p:nvPr>
            <p:ph idx="1"/>
          </p:nvPr>
        </p:nvSpPr>
        <p:spPr>
          <a:xfrm>
            <a:off x="677334" y="1488613"/>
            <a:ext cx="8596668" cy="3880773"/>
          </a:xfrm>
        </p:spPr>
        <p:txBody>
          <a:bodyPr/>
          <a:lstStyle/>
          <a:p>
            <a:pPr algn="l"/>
            <a:r>
              <a:rPr lang="en-US" sz="1800" b="0" i="0" u="none" strike="noStrike" baseline="0" dirty="0">
                <a:latin typeface="Palatino-Roman"/>
              </a:rPr>
              <a:t>Attributes are specified using the </a:t>
            </a:r>
            <a:r>
              <a:rPr lang="en-US" sz="1800" b="0" i="0" u="none" strike="noStrike" baseline="0" dirty="0" err="1">
                <a:latin typeface="HelveticaNeue-Roman"/>
              </a:rPr>
              <a:t>xs:attribute</a:t>
            </a:r>
            <a:r>
              <a:rPr lang="en-US" sz="1800" b="0" i="0" u="none" strike="noStrike" baseline="0" dirty="0">
                <a:latin typeface="HelveticaNeue-Roman"/>
              </a:rPr>
              <a:t> </a:t>
            </a:r>
            <a:r>
              <a:rPr lang="en-US" sz="1800" b="0" i="0" u="none" strike="noStrike" baseline="0" dirty="0">
                <a:latin typeface="Palatino-Roman"/>
              </a:rPr>
              <a:t>tag. </a:t>
            </a:r>
          </a:p>
          <a:p>
            <a:pPr algn="l"/>
            <a:endParaRPr lang="en-IN" dirty="0"/>
          </a:p>
        </p:txBody>
      </p:sp>
      <p:pic>
        <p:nvPicPr>
          <p:cNvPr id="5" name="Picture 4" descr="A screen shot of a computer program&#10;&#10;AI-generated content may be incorrect.">
            <a:extLst>
              <a:ext uri="{FF2B5EF4-FFF2-40B4-BE49-F238E27FC236}">
                <a16:creationId xmlns:a16="http://schemas.microsoft.com/office/drawing/2014/main" id="{C9C5FCA7-7A10-3CDC-77B1-67E0EBE73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048220"/>
            <a:ext cx="9907840" cy="4447759"/>
          </a:xfrm>
          <a:prstGeom prst="rect">
            <a:avLst/>
          </a:prstGeom>
        </p:spPr>
      </p:pic>
      <p:sp>
        <p:nvSpPr>
          <p:cNvPr id="6" name="Rectangle 5">
            <a:extLst>
              <a:ext uri="{FF2B5EF4-FFF2-40B4-BE49-F238E27FC236}">
                <a16:creationId xmlns:a16="http://schemas.microsoft.com/office/drawing/2014/main" id="{E6FD04AD-A3AD-FDDF-BCA1-DB7A45F84AAE}"/>
              </a:ext>
            </a:extLst>
          </p:cNvPr>
          <p:cNvSpPr/>
          <p:nvPr/>
        </p:nvSpPr>
        <p:spPr>
          <a:xfrm>
            <a:off x="1063487" y="4939748"/>
            <a:ext cx="6937513" cy="7354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24035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53A28-F7D4-221B-0AB9-CB72BB40D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5CBD2-BFEB-88D7-78AC-C7E2858202EA}"/>
              </a:ext>
            </a:extLst>
          </p:cNvPr>
          <p:cNvSpPr>
            <a:spLocks noGrp="1"/>
          </p:cNvSpPr>
          <p:nvPr>
            <p:ph type="title"/>
          </p:nvPr>
        </p:nvSpPr>
        <p:spPr/>
        <p:txBody>
          <a:bodyPr/>
          <a:lstStyle/>
          <a:p>
            <a:r>
              <a:rPr lang="en-IN" dirty="0"/>
              <a:t>XML Schema</a:t>
            </a:r>
          </a:p>
        </p:txBody>
      </p:sp>
      <p:sp>
        <p:nvSpPr>
          <p:cNvPr id="3" name="Content Placeholder 2">
            <a:extLst>
              <a:ext uri="{FF2B5EF4-FFF2-40B4-BE49-F238E27FC236}">
                <a16:creationId xmlns:a16="http://schemas.microsoft.com/office/drawing/2014/main" id="{D8A5B5F9-B478-5801-4CE8-A41F94EC8513}"/>
              </a:ext>
            </a:extLst>
          </p:cNvPr>
          <p:cNvSpPr>
            <a:spLocks noGrp="1"/>
          </p:cNvSpPr>
          <p:nvPr>
            <p:ph idx="1"/>
          </p:nvPr>
        </p:nvSpPr>
        <p:spPr>
          <a:xfrm>
            <a:off x="677334" y="1488613"/>
            <a:ext cx="8596668" cy="3880773"/>
          </a:xfrm>
        </p:spPr>
        <p:txBody>
          <a:bodyPr/>
          <a:lstStyle/>
          <a:p>
            <a:pPr algn="l"/>
            <a:r>
              <a:rPr lang="en-US" sz="1800" b="0" i="0" u="none" strike="noStrike" baseline="0" dirty="0">
                <a:solidFill>
                  <a:srgbClr val="000000"/>
                </a:solidFill>
                <a:latin typeface="Palatino-Roman"/>
              </a:rPr>
              <a:t>XML Schema allows the specification of keys and key references, corresponding to the primary-key and foreign-key definition in SQL</a:t>
            </a:r>
          </a:p>
          <a:p>
            <a:pPr algn="l"/>
            <a:r>
              <a:rPr lang="en-US" sz="1800" b="0" i="0" u="none" strike="noStrike" baseline="0" dirty="0">
                <a:latin typeface="Palatino-Roman"/>
              </a:rPr>
              <a:t>. </a:t>
            </a:r>
          </a:p>
          <a:p>
            <a:pPr algn="l"/>
            <a:endParaRPr lang="en-IN" dirty="0"/>
          </a:p>
        </p:txBody>
      </p:sp>
      <p:pic>
        <p:nvPicPr>
          <p:cNvPr id="7" name="Picture 6" descr="A black text on a white background&#10;&#10;AI-generated content may be incorrect.">
            <a:extLst>
              <a:ext uri="{FF2B5EF4-FFF2-40B4-BE49-F238E27FC236}">
                <a16:creationId xmlns:a16="http://schemas.microsoft.com/office/drawing/2014/main" id="{9AA46A91-9136-EB15-346D-A5C6073EE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314" y="2612879"/>
            <a:ext cx="9042708" cy="1491982"/>
          </a:xfrm>
          <a:prstGeom prst="rect">
            <a:avLst/>
          </a:prstGeom>
        </p:spPr>
      </p:pic>
    </p:spTree>
    <p:extLst>
      <p:ext uri="{BB962C8B-B14F-4D97-AF65-F5344CB8AC3E}">
        <p14:creationId xmlns:p14="http://schemas.microsoft.com/office/powerpoint/2010/main" val="4271357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1F29-508E-4B9C-9FCD-80D98CFFCA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D4FF1-F925-3D8A-A981-963090D3F976}"/>
              </a:ext>
            </a:extLst>
          </p:cNvPr>
          <p:cNvSpPr>
            <a:spLocks noGrp="1"/>
          </p:cNvSpPr>
          <p:nvPr>
            <p:ph type="title"/>
          </p:nvPr>
        </p:nvSpPr>
        <p:spPr/>
        <p:txBody>
          <a:bodyPr/>
          <a:lstStyle/>
          <a:p>
            <a:r>
              <a:rPr lang="en-IN" dirty="0"/>
              <a:t>XML Schema</a:t>
            </a:r>
          </a:p>
        </p:txBody>
      </p:sp>
      <p:sp>
        <p:nvSpPr>
          <p:cNvPr id="3" name="Content Placeholder 2">
            <a:extLst>
              <a:ext uri="{FF2B5EF4-FFF2-40B4-BE49-F238E27FC236}">
                <a16:creationId xmlns:a16="http://schemas.microsoft.com/office/drawing/2014/main" id="{0DB747F1-E784-BE1F-A95C-11E85C072CFF}"/>
              </a:ext>
            </a:extLst>
          </p:cNvPr>
          <p:cNvSpPr>
            <a:spLocks noGrp="1"/>
          </p:cNvSpPr>
          <p:nvPr>
            <p:ph idx="1"/>
          </p:nvPr>
        </p:nvSpPr>
        <p:spPr>
          <a:xfrm>
            <a:off x="677334" y="1488613"/>
            <a:ext cx="8596668" cy="3880773"/>
          </a:xfrm>
        </p:spPr>
        <p:txBody>
          <a:bodyPr/>
          <a:lstStyle/>
          <a:p>
            <a:pPr algn="l"/>
            <a:r>
              <a:rPr lang="en-US" sz="1800" b="0" i="0" u="none" strike="noStrike" baseline="0" dirty="0">
                <a:latin typeface="Palatino-Roman"/>
              </a:rPr>
              <a:t>Correspondingly a foreign-key constraint from </a:t>
            </a:r>
            <a:r>
              <a:rPr lang="en-US" sz="1800" b="0" i="0" u="none" strike="noStrike" baseline="0" dirty="0">
                <a:latin typeface="HelveticaNeue-Roman"/>
              </a:rPr>
              <a:t>course </a:t>
            </a:r>
            <a:r>
              <a:rPr lang="en-US" sz="1800" b="0" i="0" u="none" strike="noStrike" baseline="0" dirty="0">
                <a:latin typeface="Palatino-Roman"/>
              </a:rPr>
              <a:t>to </a:t>
            </a:r>
            <a:r>
              <a:rPr lang="en-US" sz="1800" b="0" i="0" u="none" strike="noStrike" baseline="0" dirty="0">
                <a:latin typeface="HelveticaNeue-Roman"/>
              </a:rPr>
              <a:t>department </a:t>
            </a:r>
            <a:r>
              <a:rPr lang="en-US" sz="1800" b="0" i="0" u="none" strike="noStrike" baseline="0" dirty="0">
                <a:latin typeface="Palatino-Roman"/>
              </a:rPr>
              <a:t>may be </a:t>
            </a:r>
            <a:r>
              <a:rPr lang="en-IN" sz="1800" b="0" i="0" u="none" strike="noStrike" baseline="0" dirty="0">
                <a:latin typeface="Palatino-Roman"/>
              </a:rPr>
              <a:t>defined as follows using &lt;</a:t>
            </a:r>
            <a:r>
              <a:rPr lang="en-IN" sz="1800" b="0" i="0" u="none" strike="noStrike" baseline="0" dirty="0" err="1">
                <a:latin typeface="Palatino-Roman"/>
              </a:rPr>
              <a:t>xs:keyref</a:t>
            </a:r>
            <a:r>
              <a:rPr lang="en-IN" sz="1800" b="0" i="0" u="none" strike="noStrike" baseline="0" dirty="0">
                <a:latin typeface="Palatino-Roman"/>
              </a:rPr>
              <a:t>&gt; :</a:t>
            </a:r>
            <a:r>
              <a:rPr lang="en-US" sz="1800" b="0" i="0" u="none" strike="noStrike" baseline="0" dirty="0">
                <a:latin typeface="Palatino-Roman"/>
              </a:rPr>
              <a:t>. </a:t>
            </a:r>
          </a:p>
          <a:p>
            <a:pPr marL="0" indent="0" algn="l">
              <a:buNone/>
            </a:pPr>
            <a:r>
              <a:rPr lang="en-US" dirty="0"/>
              <a:t> 	</a:t>
            </a:r>
            <a:r>
              <a:rPr lang="en-US" sz="2000" dirty="0"/>
              <a:t>&lt;</a:t>
            </a:r>
            <a:r>
              <a:rPr lang="en-US" sz="2000" dirty="0" err="1"/>
              <a:t>xs:keyref</a:t>
            </a:r>
            <a:r>
              <a:rPr lang="en-US" sz="2000" dirty="0"/>
              <a:t> name=“</a:t>
            </a:r>
            <a:r>
              <a:rPr lang="en-US" sz="2000" dirty="0" err="1"/>
              <a:t>courseDeptForeignKey</a:t>
            </a:r>
            <a:r>
              <a:rPr lang="en-US" sz="2000" dirty="0"/>
              <a:t>" refer="</a:t>
            </a:r>
            <a:r>
              <a:rPr lang="en-IN" sz="1800" b="0" i="0" u="none" strike="noStrike" baseline="0" dirty="0" err="1">
                <a:latin typeface="HelveticaNeue-Roman"/>
              </a:rPr>
              <a:t>deptKey</a:t>
            </a:r>
            <a:r>
              <a:rPr lang="en-US" sz="2000" dirty="0"/>
              <a:t>"&gt;</a:t>
            </a:r>
          </a:p>
          <a:p>
            <a:pPr marL="0" indent="0" algn="l">
              <a:buNone/>
            </a:pPr>
            <a:r>
              <a:rPr lang="en-US" sz="2000" dirty="0"/>
              <a:t>		&lt;</a:t>
            </a:r>
            <a:r>
              <a:rPr lang="en-US" sz="2000" dirty="0" err="1"/>
              <a:t>xs:selector</a:t>
            </a:r>
            <a:r>
              <a:rPr lang="en-US" sz="2000" dirty="0"/>
              <a:t> </a:t>
            </a:r>
            <a:r>
              <a:rPr lang="en-US" sz="2000" dirty="0" err="1"/>
              <a:t>xpath</a:t>
            </a:r>
            <a:r>
              <a:rPr lang="en-US" sz="2000" dirty="0"/>
              <a:t>="</a:t>
            </a:r>
            <a:r>
              <a:rPr lang="en-IN" sz="1800" b="0" i="0" u="none" strike="noStrike" baseline="0" dirty="0">
                <a:latin typeface="HelveticaNeue-Roman"/>
              </a:rPr>
              <a:t> /university/course</a:t>
            </a:r>
            <a:r>
              <a:rPr lang="en-IN" sz="1800" b="0" i="0" u="none" strike="noStrike" baseline="0" dirty="0">
                <a:latin typeface="TimesNewRomanPSMT"/>
              </a:rPr>
              <a:t>”</a:t>
            </a:r>
            <a:r>
              <a:rPr lang="en-IN" sz="1800" b="0" i="0" u="none" strike="noStrike" baseline="0" dirty="0">
                <a:latin typeface="HelveticaNeue-Roman"/>
              </a:rPr>
              <a:t>/</a:t>
            </a:r>
            <a:r>
              <a:rPr lang="en-US" sz="2000" dirty="0"/>
              <a:t>"/&gt;</a:t>
            </a:r>
          </a:p>
          <a:p>
            <a:pPr marL="0" indent="0" algn="l">
              <a:buNone/>
            </a:pPr>
            <a:r>
              <a:rPr lang="en-US" sz="2000" dirty="0"/>
              <a:t>		&lt;</a:t>
            </a:r>
            <a:r>
              <a:rPr lang="en-US" sz="2000" dirty="0" err="1"/>
              <a:t>xs:field</a:t>
            </a:r>
            <a:r>
              <a:rPr lang="en-US" sz="2000" dirty="0"/>
              <a:t> </a:t>
            </a:r>
            <a:r>
              <a:rPr lang="en-US" sz="2000" dirty="0" err="1"/>
              <a:t>xpath</a:t>
            </a:r>
            <a:r>
              <a:rPr lang="en-US" sz="2000" dirty="0"/>
              <a:t>="</a:t>
            </a:r>
            <a:r>
              <a:rPr lang="en-US" sz="2000" dirty="0" err="1"/>
              <a:t>dept_name</a:t>
            </a:r>
            <a:r>
              <a:rPr lang="en-US" sz="2000" dirty="0"/>
              <a:t>"/&gt;</a:t>
            </a:r>
          </a:p>
          <a:p>
            <a:pPr marL="0" indent="0" algn="l">
              <a:buNone/>
            </a:pPr>
            <a:r>
              <a:rPr lang="en-US" sz="2000" dirty="0"/>
              <a:t>	&lt;/</a:t>
            </a:r>
            <a:r>
              <a:rPr lang="en-US" sz="2000" dirty="0" err="1"/>
              <a:t>xs:keyref</a:t>
            </a:r>
            <a:r>
              <a:rPr lang="en-US" sz="2000" dirty="0"/>
              <a:t>&gt;</a:t>
            </a:r>
          </a:p>
          <a:p>
            <a:pPr marL="0" indent="0" algn="l">
              <a:buNone/>
            </a:pPr>
            <a:endParaRPr lang="en-US" sz="2000" dirty="0"/>
          </a:p>
          <a:p>
            <a:pPr marL="0" indent="0" algn="l">
              <a:buNone/>
            </a:pPr>
            <a:r>
              <a:rPr lang="en-US" sz="2000" dirty="0">
                <a:latin typeface="Palatino-Roman"/>
              </a:rPr>
              <a:t>refer attribute contains a value that should be the primary key that is being referred.</a:t>
            </a:r>
          </a:p>
        </p:txBody>
      </p:sp>
    </p:spTree>
    <p:extLst>
      <p:ext uri="{BB962C8B-B14F-4D97-AF65-F5344CB8AC3E}">
        <p14:creationId xmlns:p14="http://schemas.microsoft.com/office/powerpoint/2010/main" val="107562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D6590-621A-6368-82CC-CF0CC69D0D9C}"/>
              </a:ext>
            </a:extLst>
          </p:cNvPr>
          <p:cNvSpPr>
            <a:spLocks noGrp="1"/>
          </p:cNvSpPr>
          <p:nvPr>
            <p:ph type="title"/>
          </p:nvPr>
        </p:nvSpPr>
        <p:spPr/>
        <p:txBody>
          <a:bodyPr/>
          <a:lstStyle/>
          <a:p>
            <a:r>
              <a:rPr lang="en-IN" dirty="0"/>
              <a:t>Advantages of XML Schema over DTD</a:t>
            </a:r>
          </a:p>
        </p:txBody>
      </p:sp>
      <p:sp>
        <p:nvSpPr>
          <p:cNvPr id="3" name="Content Placeholder 2">
            <a:extLst>
              <a:ext uri="{FF2B5EF4-FFF2-40B4-BE49-F238E27FC236}">
                <a16:creationId xmlns:a16="http://schemas.microsoft.com/office/drawing/2014/main" id="{9906DA76-52F3-E619-A557-64E845FB4CA7}"/>
              </a:ext>
            </a:extLst>
          </p:cNvPr>
          <p:cNvSpPr>
            <a:spLocks noGrp="1"/>
          </p:cNvSpPr>
          <p:nvPr>
            <p:ph idx="1"/>
          </p:nvPr>
        </p:nvSpPr>
        <p:spPr/>
        <p:txBody>
          <a:bodyPr/>
          <a:lstStyle/>
          <a:p>
            <a:pPr algn="l"/>
            <a:r>
              <a:rPr lang="en-US" sz="1800" b="0" i="0" u="none" strike="noStrike" baseline="0" dirty="0">
                <a:solidFill>
                  <a:srgbClr val="000000"/>
                </a:solidFill>
                <a:latin typeface="Palatino-Roman"/>
              </a:rPr>
              <a:t>It allows types to be restricted to create specialized types, for instance by specifying minimum and maximum values.</a:t>
            </a:r>
          </a:p>
          <a:p>
            <a:pPr algn="l"/>
            <a:r>
              <a:rPr lang="en-US" sz="1800" b="0" i="0" u="none" strike="noStrike" baseline="0">
                <a:solidFill>
                  <a:srgbClr val="00FFFF"/>
                </a:solidFill>
                <a:latin typeface="Palatino-Roman"/>
              </a:rPr>
              <a:t> </a:t>
            </a:r>
            <a:r>
              <a:rPr lang="en-US" sz="1800" b="0" i="0" u="none" strike="noStrike" baseline="0" dirty="0">
                <a:solidFill>
                  <a:srgbClr val="000000"/>
                </a:solidFill>
                <a:latin typeface="Palatino-Roman"/>
              </a:rPr>
              <a:t>It allows complex types to be extended by using a form of inheritance.</a:t>
            </a:r>
            <a:endParaRPr lang="en-IN" dirty="0"/>
          </a:p>
        </p:txBody>
      </p:sp>
    </p:spTree>
    <p:extLst>
      <p:ext uri="{BB962C8B-B14F-4D97-AF65-F5344CB8AC3E}">
        <p14:creationId xmlns:p14="http://schemas.microsoft.com/office/powerpoint/2010/main" val="135367848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223</TotalTime>
  <Words>1061</Words>
  <Application>Microsoft Office PowerPoint</Application>
  <PresentationFormat>Widescreen</PresentationFormat>
  <Paragraphs>66</Paragraphs>
  <Slides>22</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Aptos</vt:lpstr>
      <vt:lpstr>Arial</vt:lpstr>
      <vt:lpstr>HelveticaNeue-Roman</vt:lpstr>
      <vt:lpstr>MTSY</vt:lpstr>
      <vt:lpstr>Palatino-Bold</vt:lpstr>
      <vt:lpstr>Palatino-Italic</vt:lpstr>
      <vt:lpstr>Palatino-Roman</vt:lpstr>
      <vt:lpstr>TimesNewRomanPSMT</vt:lpstr>
      <vt:lpstr>Trebuchet MS</vt:lpstr>
      <vt:lpstr>Wingdings 3</vt:lpstr>
      <vt:lpstr>Facet</vt:lpstr>
      <vt:lpstr>XML: DTD AND XML SCHEMA</vt:lpstr>
      <vt:lpstr>XML</vt:lpstr>
      <vt:lpstr>XML</vt:lpstr>
      <vt:lpstr>ADVANTAGES</vt:lpstr>
      <vt:lpstr>XML Document Schema</vt:lpstr>
      <vt:lpstr>DTD</vt:lpstr>
      <vt:lpstr>DTD</vt:lpstr>
      <vt:lpstr>Defining Attributes</vt:lpstr>
      <vt:lpstr>Defining Attributes</vt:lpstr>
      <vt:lpstr>Defining Attributes</vt:lpstr>
      <vt:lpstr>Disadvantages</vt:lpstr>
      <vt:lpstr>Disadvantages</vt:lpstr>
      <vt:lpstr>XML Schema</vt:lpstr>
      <vt:lpstr>XML Schema</vt:lpstr>
      <vt:lpstr>PowerPoint Presentation</vt:lpstr>
      <vt:lpstr>XML Schema</vt:lpstr>
      <vt:lpstr>PowerPoint Presentation</vt:lpstr>
      <vt:lpstr>XML Schema</vt:lpstr>
      <vt:lpstr>XML Schema</vt:lpstr>
      <vt:lpstr>XML Schema</vt:lpstr>
      <vt:lpstr>XML Schema</vt:lpstr>
      <vt:lpstr>Advantages of XML Schema over DTD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Jerardh Jasper</dc:creator>
  <cp:lastModifiedBy>Jerardh Jasper</cp:lastModifiedBy>
  <cp:revision>1</cp:revision>
  <dcterms:created xsi:type="dcterms:W3CDTF">2025-05-07T13:42:26Z</dcterms:created>
  <dcterms:modified xsi:type="dcterms:W3CDTF">2025-05-08T13:54:50Z</dcterms:modified>
</cp:coreProperties>
</file>