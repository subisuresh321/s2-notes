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3668-145A-7617-8DB7-C9028CF39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Table inheritance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FCB95-8CD7-F482-B473-33BBABEF8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7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911A-ACAB-C4B9-7879-01E62AC4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914C-E2D7-0408-BEFE-A72F391A5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table people of Person;</a:t>
            </a:r>
          </a:p>
          <a:p>
            <a:r>
              <a:rPr lang="en-IN" dirty="0"/>
              <a:t>We can then define tables students and teachers </a:t>
            </a:r>
          </a:p>
          <a:p>
            <a:pPr marL="0" indent="0">
              <a:buNone/>
            </a:pPr>
            <a:r>
              <a:rPr lang="en-IN"/>
              <a:t>     as </a:t>
            </a:r>
            <a:r>
              <a:rPr lang="en-IN" dirty="0" err="1"/>
              <a:t>subtables</a:t>
            </a:r>
            <a:r>
              <a:rPr lang="en-IN" dirty="0"/>
              <a:t> of people,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18EB3-09BC-6387-2126-A42055D7C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49013" y="4682022"/>
            <a:ext cx="3446986" cy="180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9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31C2-6456-6452-7E08-7F74B64B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46205-33C1-3B99-EAD3-ED3E06BCE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Further, when we declare students and </a:t>
            </a:r>
            <a:r>
              <a:rPr lang="en-IN"/>
              <a:t>teachers as </a:t>
            </a:r>
            <a:r>
              <a:rPr lang="en-IN" dirty="0" err="1"/>
              <a:t>subtables</a:t>
            </a:r>
            <a:r>
              <a:rPr lang="en-IN" dirty="0"/>
              <a:t> of people, </a:t>
            </a:r>
            <a:r>
              <a:rPr lang="en-IN" dirty="0" err="1"/>
              <a:t>everytuple</a:t>
            </a:r>
            <a:r>
              <a:rPr lang="en-IN" dirty="0"/>
              <a:t> present in students or teachers becomes implicitly present in people. </a:t>
            </a:r>
          </a:p>
          <a:p>
            <a:r>
              <a:rPr lang="en-IN" dirty="0"/>
              <a:t>Thus, if a query uses the table people, it will find not only tuples directly inserted into that table, but also tuples inserted into its </a:t>
            </a:r>
            <a:r>
              <a:rPr lang="en-IN" dirty="0" err="1"/>
              <a:t>subtables</a:t>
            </a:r>
            <a:r>
              <a:rPr lang="en-IN" dirty="0"/>
              <a:t>, namely students and teachers.
However, only those attributes that are present in people can be accessed by that query.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C01D-C658-7E87-3083-C4C0A749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D67F-27E5-EA28-DE8C-CE7A41975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SQL permits us to find tuples that are in people but not in its </a:t>
            </a:r>
            <a:r>
              <a:rPr lang="en-IN" dirty="0" err="1"/>
              <a:t>subtables</a:t>
            </a:r>
            <a:r>
              <a:rPr lang="en-IN" dirty="0"/>
              <a:t> by using “only </a:t>
            </a:r>
            <a:r>
              <a:rPr lang="en-IN" dirty="0" err="1"/>
              <a:t>people”in</a:t>
            </a:r>
            <a:r>
              <a:rPr lang="en-IN" dirty="0"/>
              <a:t> place of people in a query.</a:t>
            </a:r>
          </a:p>
          <a:p>
            <a:r>
              <a:rPr lang="en-IN" dirty="0"/>
              <a:t> The only keyword can also be used in delete and update statements. </a:t>
            </a:r>
          </a:p>
          <a:p>
            <a:r>
              <a:rPr lang="en-IN" dirty="0"/>
              <a:t>Without the only keyword, a delete statement on a </a:t>
            </a:r>
            <a:r>
              <a:rPr lang="en-IN" dirty="0" err="1"/>
              <a:t>supertable</a:t>
            </a:r>
            <a:r>
              <a:rPr lang="en-IN" dirty="0"/>
              <a:t>, such as people, also deletes tuples that were originally inserted in </a:t>
            </a:r>
            <a:r>
              <a:rPr lang="en-IN" dirty="0" err="1"/>
              <a:t>subtables</a:t>
            </a:r>
            <a:r>
              <a:rPr lang="en-IN" dirty="0"/>
              <a:t> (such as students); </a:t>
            </a:r>
          </a:p>
          <a:p>
            <a:pPr marL="0" indent="0">
              <a:buNone/>
            </a:pPr>
            <a:r>
              <a:rPr lang="en-IN" dirty="0"/>
              <a:t>                      delete from people where P;</a:t>
            </a:r>
          </a:p>
          <a:p>
            <a:pPr marL="0" indent="0">
              <a:buNone/>
            </a:pPr>
            <a:r>
              <a:rPr lang="en-IN"/>
              <a:t>     would </a:t>
            </a:r>
            <a:r>
              <a:rPr lang="en-IN" dirty="0"/>
              <a:t>delete all tuples from the table people, as well as its </a:t>
            </a:r>
            <a:r>
              <a:rPr lang="en-IN" dirty="0" err="1"/>
              <a:t>subtables</a:t>
            </a:r>
            <a:r>
              <a:rPr lang="en-IN" dirty="0"/>
              <a:t> students and teachers, that satisfy 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97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071C-1B00-A31B-E5FE-E9F8B730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3A42-161D-9DDF-A296-E2D7B630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If the only keyword is added to the above </a:t>
            </a:r>
            <a:r>
              <a:rPr lang="en-IN" dirty="0" err="1"/>
              <a:t>statement,tuples</a:t>
            </a:r>
            <a:r>
              <a:rPr lang="en-IN" dirty="0"/>
              <a:t> that were inserted in </a:t>
            </a:r>
            <a:r>
              <a:rPr lang="en-IN" dirty="0" err="1"/>
              <a:t>subtables</a:t>
            </a:r>
            <a:r>
              <a:rPr lang="en-IN" dirty="0"/>
              <a:t> are not affected, even if they satisfy the where clause condition.</a:t>
            </a:r>
          </a:p>
          <a:p>
            <a:r>
              <a:rPr lang="en-IN" dirty="0"/>
              <a:t>Multiple inheritance is possible with tables,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5C772-8AAD-4B09-7E38-46298E76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64" y="4806878"/>
            <a:ext cx="473392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8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76EA-04E0-FD98-7BB5-57E1E289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inheritance example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5644C2-754B-DCFE-6A28-DF2143F95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396" y="2327920"/>
            <a:ext cx="6274641" cy="3678238"/>
          </a:xfrm>
        </p:spPr>
      </p:pic>
    </p:spTree>
    <p:extLst>
      <p:ext uri="{BB962C8B-B14F-4D97-AF65-F5344CB8AC3E}">
        <p14:creationId xmlns:p14="http://schemas.microsoft.com/office/powerpoint/2010/main" val="243802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447C-F64A-C1D1-854F-C76E7B01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AC9AA5-4A26-FA9C-6BA4-75BE3A65B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878028"/>
            <a:ext cx="4649246" cy="256223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CD177-69D7-0D23-1BA0-6473346AB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50" y="2878028"/>
            <a:ext cx="5231858" cy="256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6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C239-0AD8-4828-E760-1657208B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BF3266-1AB2-7206-72AA-B12BBACA0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202" y="2755781"/>
            <a:ext cx="5442798" cy="278196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24A93-7504-1A06-1C79-3855998EE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15" y="2090456"/>
            <a:ext cx="4855383" cy="411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1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09EE-995D-928C-E89E-236FCDEC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54B4E3-B546-F6EB-8C4B-F75B475C8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679" y="2803997"/>
            <a:ext cx="10640642" cy="2745972"/>
          </a:xfrm>
        </p:spPr>
      </p:pic>
    </p:spTree>
    <p:extLst>
      <p:ext uri="{BB962C8B-B14F-4D97-AF65-F5344CB8AC3E}">
        <p14:creationId xmlns:p14="http://schemas.microsoft.com/office/powerpoint/2010/main" val="10493353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Dividend</vt:lpstr>
      <vt:lpstr>Table inheritance </vt:lpstr>
      <vt:lpstr>PowerPoint Presentation</vt:lpstr>
      <vt:lpstr>PowerPoint Presentation</vt:lpstr>
      <vt:lpstr>PowerPoint Presentation</vt:lpstr>
      <vt:lpstr>PowerPoint Presentation</vt:lpstr>
      <vt:lpstr>Table inheritance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inheritance </dc:title>
  <dc:creator>arshapmuneeb@gmail.com</dc:creator>
  <cp:lastModifiedBy>arshapmuneeb@gmail.com</cp:lastModifiedBy>
  <cp:revision>10</cp:revision>
  <dcterms:created xsi:type="dcterms:W3CDTF">2025-05-08T04:18:47Z</dcterms:created>
  <dcterms:modified xsi:type="dcterms:W3CDTF">2025-05-08T04:53:03Z</dcterms:modified>
</cp:coreProperties>
</file>